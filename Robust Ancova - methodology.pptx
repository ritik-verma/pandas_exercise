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7" r:id="rId5"/>
    <p:sldMasterId id="2147483665" r:id="rId6"/>
  </p:sldMasterIdLst>
  <p:notesMasterIdLst>
    <p:notesMasterId r:id="rId30"/>
  </p:notesMasterIdLst>
  <p:handoutMasterIdLst>
    <p:handoutMasterId r:id="rId31"/>
  </p:handoutMasterIdLst>
  <p:sldIdLst>
    <p:sldId id="367" r:id="rId7"/>
    <p:sldId id="3039" r:id="rId8"/>
    <p:sldId id="3064" r:id="rId9"/>
    <p:sldId id="3062" r:id="rId10"/>
    <p:sldId id="3023" r:id="rId11"/>
    <p:sldId id="3024" r:id="rId12"/>
    <p:sldId id="3043" r:id="rId13"/>
    <p:sldId id="3034" r:id="rId14"/>
    <p:sldId id="3054" r:id="rId15"/>
    <p:sldId id="3053" r:id="rId16"/>
    <p:sldId id="3052" r:id="rId17"/>
    <p:sldId id="3027" r:id="rId18"/>
    <p:sldId id="3048" r:id="rId19"/>
    <p:sldId id="288" r:id="rId20"/>
    <p:sldId id="3015" r:id="rId21"/>
    <p:sldId id="3014" r:id="rId22"/>
    <p:sldId id="3049" r:id="rId23"/>
    <p:sldId id="3047" r:id="rId24"/>
    <p:sldId id="3035" r:id="rId25"/>
    <p:sldId id="3037" r:id="rId26"/>
    <p:sldId id="3028" r:id="rId27"/>
    <p:sldId id="3065" r:id="rId28"/>
    <p:sldId id="303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al Goel" initials="SG" lastIdx="1" clrIdx="0">
    <p:extLst>
      <p:ext uri="{19B8F6BF-5375-455C-9EA6-DF929625EA0E}">
        <p15:presenceInfo xmlns:p15="http://schemas.microsoft.com/office/powerpoint/2012/main" userId="S::sonalg@dunnhumby.com::13f308dc-7383-4589-b51f-9a4a7c7f91e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E7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E6A1C4-DF6B-92D8-330A-A66140BC6AAC}" v="1" dt="2023-10-12T05:25:41.3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snapToGrid="0">
      <p:cViewPr varScale="1">
        <p:scale>
          <a:sx n="63" d="100"/>
          <a:sy n="63" d="100"/>
        </p:scale>
        <p:origin x="65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commentAuthors" Target="commentAuthor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Feature Importance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Sheet8!$C$1</c:f>
              <c:strCache>
                <c:ptCount val="1"/>
                <c:pt idx="0">
                  <c:v>Importance</c:v>
                </c:pt>
              </c:strCache>
            </c:strRef>
          </c:tx>
          <c:spPr>
            <a:ln w="28575" cap="rnd">
              <a:solidFill>
                <a:schemeClr val="accent1"/>
              </a:solidFill>
              <a:round/>
            </a:ln>
            <a:effectLst/>
          </c:spPr>
          <c:marker>
            <c:symbol val="none"/>
          </c:marker>
          <c:cat>
            <c:strRef>
              <c:f>Sheet8!$B$2:$B$39</c:f>
              <c:strCache>
                <c:ptCount val="38"/>
                <c:pt idx="0">
                  <c:v>Pre Sales 3</c:v>
                </c:pt>
                <c:pt idx="1">
                  <c:v>Pre Sales 4</c:v>
                </c:pt>
                <c:pt idx="2">
                  <c:v>Pre Sales 2</c:v>
                </c:pt>
                <c:pt idx="3">
                  <c:v>Pre Visits 3</c:v>
                </c:pt>
                <c:pt idx="4">
                  <c:v>Pre Sales 1</c:v>
                </c:pt>
                <c:pt idx="5">
                  <c:v>Pre Units 3</c:v>
                </c:pt>
                <c:pt idx="6">
                  <c:v>Pre Visits 4</c:v>
                </c:pt>
                <c:pt idx="7">
                  <c:v>Pre Visits 2</c:v>
                </c:pt>
                <c:pt idx="8">
                  <c:v>Pre Units 4</c:v>
                </c:pt>
                <c:pt idx="9">
                  <c:v>Pre Visits 1</c:v>
                </c:pt>
                <c:pt idx="10">
                  <c:v>Pre Units 2</c:v>
                </c:pt>
                <c:pt idx="11">
                  <c:v>Pre Units 1</c:v>
                </c:pt>
                <c:pt idx="12">
                  <c:v>Number of Redemptions  (campaign type)</c:v>
                </c:pt>
                <c:pt idx="13">
                  <c:v>Number of Redemptions  (overall)</c:v>
                </c:pt>
                <c:pt idx="14">
                  <c:v>Customer Price Sensitivity Vec 2</c:v>
                </c:pt>
                <c:pt idx="15">
                  <c:v>Customer's prefered store sales in last quarter</c:v>
                </c:pt>
                <c:pt idx="16">
                  <c:v>Customer Price Sensitivity Vec 1</c:v>
                </c:pt>
                <c:pt idx="17">
                  <c:v>Number of Contacts (overall)</c:v>
                </c:pt>
                <c:pt idx="18">
                  <c:v>Customer Loyalty Vec 1</c:v>
                </c:pt>
                <c:pt idx="19">
                  <c:v>Number of Contacts (campaign type)</c:v>
                </c:pt>
                <c:pt idx="20">
                  <c:v>Customer Loyalty Vec 2</c:v>
                </c:pt>
                <c:pt idx="21">
                  <c:v>Customer Price Sensitivity Vec 3</c:v>
                </c:pt>
                <c:pt idx="22">
                  <c:v>Customer Loyalty Vec 3</c:v>
                </c:pt>
                <c:pt idx="23">
                  <c:v>Customer LTL Vec 2</c:v>
                </c:pt>
                <c:pt idx="24">
                  <c:v>Customer LTL Vec 1</c:v>
                </c:pt>
                <c:pt idx="25">
                  <c:v>Customer Lifestyle Vec 2</c:v>
                </c:pt>
                <c:pt idx="26">
                  <c:v>Customer LTL Vec 3</c:v>
                </c:pt>
                <c:pt idx="27">
                  <c:v>Customer Lifestyle Vec 1</c:v>
                </c:pt>
                <c:pt idx="28">
                  <c:v>Customer Lifestage Vec 1</c:v>
                </c:pt>
                <c:pt idx="29">
                  <c:v>Customer Lifestage Vec 2</c:v>
                </c:pt>
                <c:pt idx="30">
                  <c:v>Customer Lifestage Vec 3</c:v>
                </c:pt>
                <c:pt idx="31">
                  <c:v>Customer Lifestyle Vec 3</c:v>
                </c:pt>
                <c:pt idx="32">
                  <c:v>Customer's prefered store region Vec 2</c:v>
                </c:pt>
                <c:pt idx="33">
                  <c:v>Customer's prefered store format Vec 1</c:v>
                </c:pt>
                <c:pt idx="34">
                  <c:v>Customer's prefered store region Vec 3</c:v>
                </c:pt>
                <c:pt idx="35">
                  <c:v>Customer's prefered store region Vec 1</c:v>
                </c:pt>
                <c:pt idx="36">
                  <c:v>Customer's prefered store format Vec 3</c:v>
                </c:pt>
                <c:pt idx="37">
                  <c:v>Customer's prefered store format Vec 2</c:v>
                </c:pt>
              </c:strCache>
            </c:strRef>
          </c:cat>
          <c:val>
            <c:numRef>
              <c:f>Sheet8!$C$2:$C$39</c:f>
              <c:numCache>
                <c:formatCode>0%</c:formatCode>
                <c:ptCount val="38"/>
                <c:pt idx="0">
                  <c:v>0.12159533073929964</c:v>
                </c:pt>
                <c:pt idx="1">
                  <c:v>9.7276264591439718E-2</c:v>
                </c:pt>
                <c:pt idx="2">
                  <c:v>8.1063553826199758E-2</c:v>
                </c:pt>
                <c:pt idx="3">
                  <c:v>8.1063553826199758E-2</c:v>
                </c:pt>
                <c:pt idx="4">
                  <c:v>7.2957198443579785E-2</c:v>
                </c:pt>
                <c:pt idx="5">
                  <c:v>7.2957198443579785E-2</c:v>
                </c:pt>
                <c:pt idx="6">
                  <c:v>6.4850843060959812E-2</c:v>
                </c:pt>
                <c:pt idx="7">
                  <c:v>5.6744487678339832E-2</c:v>
                </c:pt>
                <c:pt idx="8">
                  <c:v>5.6744487678339832E-2</c:v>
                </c:pt>
                <c:pt idx="9">
                  <c:v>4.8638132295719859E-2</c:v>
                </c:pt>
                <c:pt idx="10">
                  <c:v>4.0531776913099879E-2</c:v>
                </c:pt>
                <c:pt idx="11">
                  <c:v>3.2425421530479906E-2</c:v>
                </c:pt>
                <c:pt idx="12">
                  <c:v>2.1076523994811937E-2</c:v>
                </c:pt>
                <c:pt idx="13">
                  <c:v>1.8644617380025943E-2</c:v>
                </c:pt>
                <c:pt idx="14">
                  <c:v>1.6212710765239953E-2</c:v>
                </c:pt>
                <c:pt idx="15">
                  <c:v>1.6212710765239953E-2</c:v>
                </c:pt>
                <c:pt idx="16">
                  <c:v>1.4591439688715957E-2</c:v>
                </c:pt>
                <c:pt idx="17">
                  <c:v>1.3780804150453959E-2</c:v>
                </c:pt>
                <c:pt idx="18">
                  <c:v>1.2159533073929965E-2</c:v>
                </c:pt>
                <c:pt idx="19">
                  <c:v>1.0538261997405969E-2</c:v>
                </c:pt>
                <c:pt idx="20">
                  <c:v>9.7276264591439707E-3</c:v>
                </c:pt>
                <c:pt idx="21">
                  <c:v>8.9169909208819745E-3</c:v>
                </c:pt>
                <c:pt idx="22">
                  <c:v>8.1063553826199765E-3</c:v>
                </c:pt>
                <c:pt idx="23">
                  <c:v>5.6744487678339825E-3</c:v>
                </c:pt>
                <c:pt idx="24">
                  <c:v>4.0531776913099882E-3</c:v>
                </c:pt>
                <c:pt idx="25">
                  <c:v>4.0531776913099882E-3</c:v>
                </c:pt>
                <c:pt idx="26">
                  <c:v>1.6212710765239953E-3</c:v>
                </c:pt>
                <c:pt idx="27">
                  <c:v>1.6212710765239953E-3</c:v>
                </c:pt>
                <c:pt idx="28">
                  <c:v>8.1063553826199767E-4</c:v>
                </c:pt>
                <c:pt idx="29">
                  <c:v>8.1063553826199767E-4</c:v>
                </c:pt>
                <c:pt idx="30">
                  <c:v>8.1063553826199767E-4</c:v>
                </c:pt>
                <c:pt idx="31">
                  <c:v>8.1063553826199767E-4</c:v>
                </c:pt>
                <c:pt idx="32">
                  <c:v>8.1063553826199767E-4</c:v>
                </c:pt>
                <c:pt idx="33">
                  <c:v>7.2957198443579778E-4</c:v>
                </c:pt>
                <c:pt idx="34">
                  <c:v>5.6744487678339834E-4</c:v>
                </c:pt>
                <c:pt idx="35">
                  <c:v>4.0531776913099884E-4</c:v>
                </c:pt>
                <c:pt idx="36">
                  <c:v>3.2425421530479906E-4</c:v>
                </c:pt>
                <c:pt idx="37">
                  <c:v>8.1063553826199764E-5</c:v>
                </c:pt>
              </c:numCache>
            </c:numRef>
          </c:val>
          <c:smooth val="0"/>
          <c:extLst>
            <c:ext xmlns:c16="http://schemas.microsoft.com/office/drawing/2014/chart" uri="{C3380CC4-5D6E-409C-BE32-E72D297353CC}">
              <c16:uniqueId val="{00000000-1FAB-4216-8A7A-398AFBA88294}"/>
            </c:ext>
          </c:extLst>
        </c:ser>
        <c:dLbls>
          <c:showLegendKey val="0"/>
          <c:showVal val="0"/>
          <c:showCatName val="0"/>
          <c:showSerName val="0"/>
          <c:showPercent val="0"/>
          <c:showBubbleSize val="0"/>
        </c:dLbls>
        <c:smooth val="0"/>
        <c:axId val="607922080"/>
        <c:axId val="1702725120"/>
      </c:lineChart>
      <c:catAx>
        <c:axId val="607922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1702725120"/>
        <c:crosses val="autoZero"/>
        <c:auto val="1"/>
        <c:lblAlgn val="ctr"/>
        <c:lblOffset val="100"/>
        <c:noMultiLvlLbl val="0"/>
      </c:catAx>
      <c:valAx>
        <c:axId val="170272512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7922080"/>
        <c:crosses val="autoZero"/>
        <c:crossBetween val="between"/>
      </c:valAx>
      <c:spPr>
        <a:noFill/>
        <a:ln>
          <a:noFill/>
        </a:ln>
        <a:effectLst/>
      </c:spPr>
    </c:plotArea>
    <c:plotVisOnly val="1"/>
    <c:dispBlanksAs val="gap"/>
    <c:showDLblsOverMax val="0"/>
  </c:chart>
  <c:spPr>
    <a:noFill/>
    <a:ln>
      <a:solidFill>
        <a:srgbClr val="000000"/>
      </a:solid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iagrams/_rels/drawing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13CB6D-0CB9-4817-8A69-9AA74BACD7DA}" type="doc">
      <dgm:prSet loTypeId="urn:microsoft.com/office/officeart/2005/8/layout/chevron1" loCatId="process" qsTypeId="urn:microsoft.com/office/officeart/2005/8/quickstyle/simple1" qsCatId="simple" csTypeId="urn:microsoft.com/office/officeart/2005/8/colors/colorful3" csCatId="colorful" phldr="1"/>
      <dgm:spPr/>
    </dgm:pt>
    <dgm:pt modelId="{C214FCCC-3731-4532-940C-FAF72CD99B97}">
      <dgm:prSet phldrT="[Text]"/>
      <dgm:spPr>
        <a:ln w="57150"/>
      </dgm:spPr>
      <dgm:t>
        <a:bodyPr/>
        <a:lstStyle/>
        <a:p>
          <a:r>
            <a:rPr lang="en-IN" b="1" u="sng" dirty="0"/>
            <a:t>Input Creation</a:t>
          </a:r>
          <a:endParaRPr lang="en-US" b="1" u="sng" dirty="0"/>
        </a:p>
      </dgm:t>
    </dgm:pt>
    <dgm:pt modelId="{93334DD0-E84F-421A-983D-13060AD2CF5B}" type="parTrans" cxnId="{704B00A6-29DB-4999-AA80-8AE42FE58A4E}">
      <dgm:prSet/>
      <dgm:spPr/>
      <dgm:t>
        <a:bodyPr/>
        <a:lstStyle/>
        <a:p>
          <a:endParaRPr lang="en-US"/>
        </a:p>
      </dgm:t>
    </dgm:pt>
    <dgm:pt modelId="{28C24FF0-611D-4D6D-A4DC-0CCECBEB3E6D}" type="sibTrans" cxnId="{704B00A6-29DB-4999-AA80-8AE42FE58A4E}">
      <dgm:prSet/>
      <dgm:spPr/>
      <dgm:t>
        <a:bodyPr/>
        <a:lstStyle/>
        <a:p>
          <a:endParaRPr lang="en-US"/>
        </a:p>
      </dgm:t>
    </dgm:pt>
    <dgm:pt modelId="{A426AD63-11BB-4C4D-89FE-2984EBF92CF6}">
      <dgm:prSet phldrT="[Text]"/>
      <dgm:spPr>
        <a:solidFill>
          <a:schemeClr val="accent3">
            <a:hueOff val="1061388"/>
            <a:satOff val="-972"/>
            <a:lumOff val="-3961"/>
            <a:alpha val="50000"/>
          </a:schemeClr>
        </a:solidFill>
      </dgm:spPr>
      <dgm:t>
        <a:bodyPr/>
        <a:lstStyle/>
        <a:p>
          <a:r>
            <a:rPr lang="en-IN" dirty="0"/>
            <a:t>Pre Period Identification</a:t>
          </a:r>
          <a:endParaRPr lang="en-US" dirty="0"/>
        </a:p>
      </dgm:t>
    </dgm:pt>
    <dgm:pt modelId="{9B8E1583-330A-46B4-BC49-23E0864F4A04}" type="parTrans" cxnId="{C8574AC3-8F18-4FAD-9ACE-6EA8C1EFFAF0}">
      <dgm:prSet/>
      <dgm:spPr/>
      <dgm:t>
        <a:bodyPr/>
        <a:lstStyle/>
        <a:p>
          <a:endParaRPr lang="en-US"/>
        </a:p>
      </dgm:t>
    </dgm:pt>
    <dgm:pt modelId="{E99493CD-FB1A-4AC7-B705-F26814CFAC68}" type="sibTrans" cxnId="{C8574AC3-8F18-4FAD-9ACE-6EA8C1EFFAF0}">
      <dgm:prSet/>
      <dgm:spPr/>
      <dgm:t>
        <a:bodyPr/>
        <a:lstStyle/>
        <a:p>
          <a:endParaRPr lang="en-US"/>
        </a:p>
      </dgm:t>
    </dgm:pt>
    <dgm:pt modelId="{758D8433-4610-496F-8283-AE8EB7DC8222}">
      <dgm:prSet phldrT="[Text]"/>
      <dgm:spPr>
        <a:solidFill>
          <a:schemeClr val="accent3">
            <a:hueOff val="4245554"/>
            <a:satOff val="-3888"/>
            <a:lumOff val="-15843"/>
            <a:alpha val="50000"/>
          </a:schemeClr>
        </a:solidFill>
      </dgm:spPr>
      <dgm:t>
        <a:bodyPr/>
        <a:lstStyle/>
        <a:p>
          <a:r>
            <a:rPr lang="en-IN" dirty="0"/>
            <a:t>Sample Size Selection</a:t>
          </a:r>
          <a:endParaRPr lang="en-US" dirty="0"/>
        </a:p>
      </dgm:t>
    </dgm:pt>
    <dgm:pt modelId="{A6F6595D-1DF5-40E7-B487-47C13BCC3A4E}" type="parTrans" cxnId="{B91AAD91-5DCC-485F-A999-979F58C546CA}">
      <dgm:prSet/>
      <dgm:spPr/>
      <dgm:t>
        <a:bodyPr/>
        <a:lstStyle/>
        <a:p>
          <a:endParaRPr lang="en-US"/>
        </a:p>
      </dgm:t>
    </dgm:pt>
    <dgm:pt modelId="{5E47882B-613C-4CC2-B7CA-AD2A2EA67220}" type="sibTrans" cxnId="{B91AAD91-5DCC-485F-A999-979F58C546CA}">
      <dgm:prSet/>
      <dgm:spPr/>
      <dgm:t>
        <a:bodyPr/>
        <a:lstStyle/>
        <a:p>
          <a:endParaRPr lang="en-US"/>
        </a:p>
      </dgm:t>
    </dgm:pt>
    <dgm:pt modelId="{3077A436-2E05-4998-B7E5-D218EF9B7F80}">
      <dgm:prSet phldrT="[Text]"/>
      <dgm:spPr>
        <a:solidFill>
          <a:schemeClr val="accent3">
            <a:hueOff val="5306942"/>
            <a:satOff val="-4860"/>
            <a:lumOff val="-19804"/>
            <a:alpha val="50000"/>
          </a:schemeClr>
        </a:solidFill>
      </dgm:spPr>
      <dgm:t>
        <a:bodyPr/>
        <a:lstStyle/>
        <a:p>
          <a:r>
            <a:rPr lang="en-IN" dirty="0"/>
            <a:t>Uplift Calculation</a:t>
          </a:r>
          <a:endParaRPr lang="en-US" dirty="0"/>
        </a:p>
      </dgm:t>
    </dgm:pt>
    <dgm:pt modelId="{6F936EF5-9243-4250-92E7-8075A65470D3}" type="parTrans" cxnId="{354039E8-AB24-419A-A5A4-A0D7ED77FBF8}">
      <dgm:prSet/>
      <dgm:spPr/>
      <dgm:t>
        <a:bodyPr/>
        <a:lstStyle/>
        <a:p>
          <a:endParaRPr lang="en-US"/>
        </a:p>
      </dgm:t>
    </dgm:pt>
    <dgm:pt modelId="{56441975-661D-40E9-9930-16A0D4898AE4}" type="sibTrans" cxnId="{354039E8-AB24-419A-A5A4-A0D7ED77FBF8}">
      <dgm:prSet/>
      <dgm:spPr/>
      <dgm:t>
        <a:bodyPr/>
        <a:lstStyle/>
        <a:p>
          <a:endParaRPr lang="en-US"/>
        </a:p>
      </dgm:t>
    </dgm:pt>
    <dgm:pt modelId="{0178857D-6E26-4B60-B976-B1F806B8217B}">
      <dgm:prSet phldrT="[Text]"/>
      <dgm:spPr>
        <a:solidFill>
          <a:schemeClr val="accent3">
            <a:hueOff val="2122777"/>
            <a:satOff val="-1944"/>
            <a:lumOff val="-7922"/>
            <a:alpha val="50000"/>
          </a:schemeClr>
        </a:solidFill>
      </dgm:spPr>
      <dgm:t>
        <a:bodyPr/>
        <a:lstStyle/>
        <a:p>
          <a:r>
            <a:rPr lang="en-IN" dirty="0"/>
            <a:t>Outlier Removal</a:t>
          </a:r>
          <a:endParaRPr lang="en-US" dirty="0"/>
        </a:p>
      </dgm:t>
    </dgm:pt>
    <dgm:pt modelId="{531BA70E-31E3-4F3D-9315-96860E3F8820}" type="parTrans" cxnId="{D3E4383D-AACA-4942-B077-49CB2FCA6A9A}">
      <dgm:prSet/>
      <dgm:spPr/>
      <dgm:t>
        <a:bodyPr/>
        <a:lstStyle/>
        <a:p>
          <a:endParaRPr lang="en-US"/>
        </a:p>
      </dgm:t>
    </dgm:pt>
    <dgm:pt modelId="{F7561F64-5949-43FF-B287-2BF99880FD7C}" type="sibTrans" cxnId="{D3E4383D-AACA-4942-B077-49CB2FCA6A9A}">
      <dgm:prSet/>
      <dgm:spPr/>
      <dgm:t>
        <a:bodyPr/>
        <a:lstStyle/>
        <a:p>
          <a:endParaRPr lang="en-US"/>
        </a:p>
      </dgm:t>
    </dgm:pt>
    <dgm:pt modelId="{42E28338-41CB-42A6-A95B-518816FFAC17}" type="pres">
      <dgm:prSet presAssocID="{2513CB6D-0CB9-4817-8A69-9AA74BACD7DA}" presName="Name0" presStyleCnt="0">
        <dgm:presLayoutVars>
          <dgm:dir/>
          <dgm:animLvl val="lvl"/>
          <dgm:resizeHandles val="exact"/>
        </dgm:presLayoutVars>
      </dgm:prSet>
      <dgm:spPr/>
    </dgm:pt>
    <dgm:pt modelId="{A7B85BF8-B81D-4204-96FE-40706948B5FD}" type="pres">
      <dgm:prSet presAssocID="{C214FCCC-3731-4532-940C-FAF72CD99B97}" presName="parTxOnly" presStyleLbl="node1" presStyleIdx="0" presStyleCnt="5">
        <dgm:presLayoutVars>
          <dgm:chMax val="0"/>
          <dgm:chPref val="0"/>
          <dgm:bulletEnabled val="1"/>
        </dgm:presLayoutVars>
      </dgm:prSet>
      <dgm:spPr/>
    </dgm:pt>
    <dgm:pt modelId="{C29CD975-6A4D-44C7-B8B6-F2233D32FC5F}" type="pres">
      <dgm:prSet presAssocID="{28C24FF0-611D-4D6D-A4DC-0CCECBEB3E6D}" presName="parTxOnlySpace" presStyleCnt="0"/>
      <dgm:spPr/>
    </dgm:pt>
    <dgm:pt modelId="{1A460CEB-E2A7-422F-ABDF-9F4A489154C7}" type="pres">
      <dgm:prSet presAssocID="{A426AD63-11BB-4C4D-89FE-2984EBF92CF6}" presName="parTxOnly" presStyleLbl="node1" presStyleIdx="1" presStyleCnt="5" custLinFactNeighborX="0">
        <dgm:presLayoutVars>
          <dgm:chMax val="0"/>
          <dgm:chPref val="0"/>
          <dgm:bulletEnabled val="1"/>
        </dgm:presLayoutVars>
      </dgm:prSet>
      <dgm:spPr/>
    </dgm:pt>
    <dgm:pt modelId="{E06BEB70-5CB1-473E-BBCF-74762B3F95FE}" type="pres">
      <dgm:prSet presAssocID="{E99493CD-FB1A-4AC7-B705-F26814CFAC68}" presName="parTxOnlySpace" presStyleCnt="0"/>
      <dgm:spPr/>
    </dgm:pt>
    <dgm:pt modelId="{074C8516-9667-4402-8ECB-E16D51CCB065}" type="pres">
      <dgm:prSet presAssocID="{0178857D-6E26-4B60-B976-B1F806B8217B}" presName="parTxOnly" presStyleLbl="node1" presStyleIdx="2" presStyleCnt="5" custLinFactNeighborX="9176">
        <dgm:presLayoutVars>
          <dgm:chMax val="0"/>
          <dgm:chPref val="0"/>
          <dgm:bulletEnabled val="1"/>
        </dgm:presLayoutVars>
      </dgm:prSet>
      <dgm:spPr/>
    </dgm:pt>
    <dgm:pt modelId="{ACA1096D-863D-4332-95AC-E9D7C2A7EB7A}" type="pres">
      <dgm:prSet presAssocID="{F7561F64-5949-43FF-B287-2BF99880FD7C}" presName="parTxOnlySpace" presStyleCnt="0"/>
      <dgm:spPr/>
    </dgm:pt>
    <dgm:pt modelId="{BDB58C99-3F14-4B9C-967B-F716ADF27808}" type="pres">
      <dgm:prSet presAssocID="{758D8433-4610-496F-8283-AE8EB7DC8222}" presName="parTxOnly" presStyleLbl="node1" presStyleIdx="3" presStyleCnt="5">
        <dgm:presLayoutVars>
          <dgm:chMax val="0"/>
          <dgm:chPref val="0"/>
          <dgm:bulletEnabled val="1"/>
        </dgm:presLayoutVars>
      </dgm:prSet>
      <dgm:spPr/>
    </dgm:pt>
    <dgm:pt modelId="{3F141B74-A603-4A28-8D5E-5BE424AE246D}" type="pres">
      <dgm:prSet presAssocID="{5E47882B-613C-4CC2-B7CA-AD2A2EA67220}" presName="parTxOnlySpace" presStyleCnt="0"/>
      <dgm:spPr/>
    </dgm:pt>
    <dgm:pt modelId="{2C532804-1642-4037-86EE-B91A2613DF34}" type="pres">
      <dgm:prSet presAssocID="{3077A436-2E05-4998-B7E5-D218EF9B7F80}" presName="parTxOnly" presStyleLbl="node1" presStyleIdx="4" presStyleCnt="5">
        <dgm:presLayoutVars>
          <dgm:chMax val="0"/>
          <dgm:chPref val="0"/>
          <dgm:bulletEnabled val="1"/>
        </dgm:presLayoutVars>
      </dgm:prSet>
      <dgm:spPr/>
    </dgm:pt>
  </dgm:ptLst>
  <dgm:cxnLst>
    <dgm:cxn modelId="{D3E4383D-AACA-4942-B077-49CB2FCA6A9A}" srcId="{2513CB6D-0CB9-4817-8A69-9AA74BACD7DA}" destId="{0178857D-6E26-4B60-B976-B1F806B8217B}" srcOrd="2" destOrd="0" parTransId="{531BA70E-31E3-4F3D-9315-96860E3F8820}" sibTransId="{F7561F64-5949-43FF-B287-2BF99880FD7C}"/>
    <dgm:cxn modelId="{3EF5DE5E-38B0-40BF-B546-BF736684F5BB}" type="presOf" srcId="{C214FCCC-3731-4532-940C-FAF72CD99B97}" destId="{A7B85BF8-B81D-4204-96FE-40706948B5FD}" srcOrd="0" destOrd="0" presId="urn:microsoft.com/office/officeart/2005/8/layout/chevron1"/>
    <dgm:cxn modelId="{76DFF94E-DEDD-4F17-9D32-D7F47BCAB52B}" type="presOf" srcId="{2513CB6D-0CB9-4817-8A69-9AA74BACD7DA}" destId="{42E28338-41CB-42A6-A95B-518816FFAC17}" srcOrd="0" destOrd="0" presId="urn:microsoft.com/office/officeart/2005/8/layout/chevron1"/>
    <dgm:cxn modelId="{4A83B072-39DB-43A6-8F9C-A230E71DDBBB}" type="presOf" srcId="{758D8433-4610-496F-8283-AE8EB7DC8222}" destId="{BDB58C99-3F14-4B9C-967B-F716ADF27808}" srcOrd="0" destOrd="0" presId="urn:microsoft.com/office/officeart/2005/8/layout/chevron1"/>
    <dgm:cxn modelId="{E3D2E758-3C75-481C-85A0-13355C3FABED}" type="presOf" srcId="{3077A436-2E05-4998-B7E5-D218EF9B7F80}" destId="{2C532804-1642-4037-86EE-B91A2613DF34}" srcOrd="0" destOrd="0" presId="urn:microsoft.com/office/officeart/2005/8/layout/chevron1"/>
    <dgm:cxn modelId="{81F4DF7A-E5D5-4FA6-A644-9287C44F4598}" type="presOf" srcId="{0178857D-6E26-4B60-B976-B1F806B8217B}" destId="{074C8516-9667-4402-8ECB-E16D51CCB065}" srcOrd="0" destOrd="0" presId="urn:microsoft.com/office/officeart/2005/8/layout/chevron1"/>
    <dgm:cxn modelId="{B91AAD91-5DCC-485F-A999-979F58C546CA}" srcId="{2513CB6D-0CB9-4817-8A69-9AA74BACD7DA}" destId="{758D8433-4610-496F-8283-AE8EB7DC8222}" srcOrd="3" destOrd="0" parTransId="{A6F6595D-1DF5-40E7-B487-47C13BCC3A4E}" sibTransId="{5E47882B-613C-4CC2-B7CA-AD2A2EA67220}"/>
    <dgm:cxn modelId="{704B00A6-29DB-4999-AA80-8AE42FE58A4E}" srcId="{2513CB6D-0CB9-4817-8A69-9AA74BACD7DA}" destId="{C214FCCC-3731-4532-940C-FAF72CD99B97}" srcOrd="0" destOrd="0" parTransId="{93334DD0-E84F-421A-983D-13060AD2CF5B}" sibTransId="{28C24FF0-611D-4D6D-A4DC-0CCECBEB3E6D}"/>
    <dgm:cxn modelId="{C460E3BB-D5C6-4AE4-9155-C0EAFDB5041B}" type="presOf" srcId="{A426AD63-11BB-4C4D-89FE-2984EBF92CF6}" destId="{1A460CEB-E2A7-422F-ABDF-9F4A489154C7}" srcOrd="0" destOrd="0" presId="urn:microsoft.com/office/officeart/2005/8/layout/chevron1"/>
    <dgm:cxn modelId="{C8574AC3-8F18-4FAD-9ACE-6EA8C1EFFAF0}" srcId="{2513CB6D-0CB9-4817-8A69-9AA74BACD7DA}" destId="{A426AD63-11BB-4C4D-89FE-2984EBF92CF6}" srcOrd="1" destOrd="0" parTransId="{9B8E1583-330A-46B4-BC49-23E0864F4A04}" sibTransId="{E99493CD-FB1A-4AC7-B705-F26814CFAC68}"/>
    <dgm:cxn modelId="{354039E8-AB24-419A-A5A4-A0D7ED77FBF8}" srcId="{2513CB6D-0CB9-4817-8A69-9AA74BACD7DA}" destId="{3077A436-2E05-4998-B7E5-D218EF9B7F80}" srcOrd="4" destOrd="0" parTransId="{6F936EF5-9243-4250-92E7-8075A65470D3}" sibTransId="{56441975-661D-40E9-9930-16A0D4898AE4}"/>
    <dgm:cxn modelId="{013C8141-CD91-47DB-A8E5-F0E16B6AB58F}" type="presParOf" srcId="{42E28338-41CB-42A6-A95B-518816FFAC17}" destId="{A7B85BF8-B81D-4204-96FE-40706948B5FD}" srcOrd="0" destOrd="0" presId="urn:microsoft.com/office/officeart/2005/8/layout/chevron1"/>
    <dgm:cxn modelId="{40DD999D-49A3-4CCF-AF74-A0239DF83D5E}" type="presParOf" srcId="{42E28338-41CB-42A6-A95B-518816FFAC17}" destId="{C29CD975-6A4D-44C7-B8B6-F2233D32FC5F}" srcOrd="1" destOrd="0" presId="urn:microsoft.com/office/officeart/2005/8/layout/chevron1"/>
    <dgm:cxn modelId="{05C227FE-BEF7-4CF1-9B10-73A845E141BB}" type="presParOf" srcId="{42E28338-41CB-42A6-A95B-518816FFAC17}" destId="{1A460CEB-E2A7-422F-ABDF-9F4A489154C7}" srcOrd="2" destOrd="0" presId="urn:microsoft.com/office/officeart/2005/8/layout/chevron1"/>
    <dgm:cxn modelId="{837E41FD-FEEA-42A2-9A57-CF2E4C34ACD6}" type="presParOf" srcId="{42E28338-41CB-42A6-A95B-518816FFAC17}" destId="{E06BEB70-5CB1-473E-BBCF-74762B3F95FE}" srcOrd="3" destOrd="0" presId="urn:microsoft.com/office/officeart/2005/8/layout/chevron1"/>
    <dgm:cxn modelId="{92661F2A-39C5-481A-8AC0-8E9F22973AB2}" type="presParOf" srcId="{42E28338-41CB-42A6-A95B-518816FFAC17}" destId="{074C8516-9667-4402-8ECB-E16D51CCB065}" srcOrd="4" destOrd="0" presId="urn:microsoft.com/office/officeart/2005/8/layout/chevron1"/>
    <dgm:cxn modelId="{3B9D5103-162C-4F66-B4ED-1F94A65AA90E}" type="presParOf" srcId="{42E28338-41CB-42A6-A95B-518816FFAC17}" destId="{ACA1096D-863D-4332-95AC-E9D7C2A7EB7A}" srcOrd="5" destOrd="0" presId="urn:microsoft.com/office/officeart/2005/8/layout/chevron1"/>
    <dgm:cxn modelId="{B31040AC-007A-43F5-82AA-D981DF7CD024}" type="presParOf" srcId="{42E28338-41CB-42A6-A95B-518816FFAC17}" destId="{BDB58C99-3F14-4B9C-967B-F716ADF27808}" srcOrd="6" destOrd="0" presId="urn:microsoft.com/office/officeart/2005/8/layout/chevron1"/>
    <dgm:cxn modelId="{5A1E8A70-BCF2-4280-A6BB-D547E30559F5}" type="presParOf" srcId="{42E28338-41CB-42A6-A95B-518816FFAC17}" destId="{3F141B74-A603-4A28-8D5E-5BE424AE246D}" srcOrd="7" destOrd="0" presId="urn:microsoft.com/office/officeart/2005/8/layout/chevron1"/>
    <dgm:cxn modelId="{40510595-BED8-497F-BE80-5F99D717801F}" type="presParOf" srcId="{42E28338-41CB-42A6-A95B-518816FFAC17}" destId="{2C532804-1642-4037-86EE-B91A2613DF34}"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13CB6D-0CB9-4817-8A69-9AA74BACD7DA}" type="doc">
      <dgm:prSet loTypeId="urn:microsoft.com/office/officeart/2005/8/layout/chevron1" loCatId="process" qsTypeId="urn:microsoft.com/office/officeart/2005/8/quickstyle/simple1" qsCatId="simple" csTypeId="urn:microsoft.com/office/officeart/2005/8/colors/colorful3" csCatId="colorful" phldr="1"/>
      <dgm:spPr/>
      <dgm:t>
        <a:bodyPr/>
        <a:lstStyle/>
        <a:p>
          <a:endParaRPr lang="en-US"/>
        </a:p>
      </dgm:t>
    </dgm:pt>
    <dgm:pt modelId="{C214FCCC-3731-4532-940C-FAF72CD99B97}">
      <dgm:prSet phldrT="[Text]" custT="1"/>
      <dgm:spPr>
        <a:solidFill>
          <a:schemeClr val="accent3">
            <a:hueOff val="0"/>
            <a:satOff val="0"/>
            <a:lumOff val="0"/>
            <a:alpha val="50000"/>
          </a:schemeClr>
        </a:solidFill>
      </dgm:spPr>
      <dgm:t>
        <a:bodyPr/>
        <a:lstStyle/>
        <a:p>
          <a:r>
            <a:rPr lang="en-IN" sz="1600" dirty="0"/>
            <a:t>Input Creation</a:t>
          </a:r>
          <a:endParaRPr lang="en-US" sz="1600" dirty="0"/>
        </a:p>
      </dgm:t>
    </dgm:pt>
    <dgm:pt modelId="{93334DD0-E84F-421A-983D-13060AD2CF5B}" type="parTrans" cxnId="{704B00A6-29DB-4999-AA80-8AE42FE58A4E}">
      <dgm:prSet/>
      <dgm:spPr/>
      <dgm:t>
        <a:bodyPr/>
        <a:lstStyle/>
        <a:p>
          <a:endParaRPr lang="en-US"/>
        </a:p>
      </dgm:t>
    </dgm:pt>
    <dgm:pt modelId="{28C24FF0-611D-4D6D-A4DC-0CCECBEB3E6D}" type="sibTrans" cxnId="{704B00A6-29DB-4999-AA80-8AE42FE58A4E}">
      <dgm:prSet/>
      <dgm:spPr/>
      <dgm:t>
        <a:bodyPr/>
        <a:lstStyle/>
        <a:p>
          <a:endParaRPr lang="en-US"/>
        </a:p>
      </dgm:t>
    </dgm:pt>
    <dgm:pt modelId="{A426AD63-11BB-4C4D-89FE-2984EBF92CF6}">
      <dgm:prSet phldrT="[Text]" custT="1"/>
      <dgm:spPr>
        <a:ln w="57150"/>
      </dgm:spPr>
      <dgm:t>
        <a:bodyPr/>
        <a:lstStyle/>
        <a:p>
          <a:r>
            <a:rPr lang="en-IN" sz="1400" b="1" u="sng" dirty="0"/>
            <a:t>Pre Period Identification</a:t>
          </a:r>
          <a:endParaRPr lang="en-US" sz="1400" b="1" u="sng" dirty="0"/>
        </a:p>
      </dgm:t>
    </dgm:pt>
    <dgm:pt modelId="{9B8E1583-330A-46B4-BC49-23E0864F4A04}" type="parTrans" cxnId="{C8574AC3-8F18-4FAD-9ACE-6EA8C1EFFAF0}">
      <dgm:prSet/>
      <dgm:spPr/>
      <dgm:t>
        <a:bodyPr/>
        <a:lstStyle/>
        <a:p>
          <a:endParaRPr lang="en-US"/>
        </a:p>
      </dgm:t>
    </dgm:pt>
    <dgm:pt modelId="{E99493CD-FB1A-4AC7-B705-F26814CFAC68}" type="sibTrans" cxnId="{C8574AC3-8F18-4FAD-9ACE-6EA8C1EFFAF0}">
      <dgm:prSet/>
      <dgm:spPr/>
      <dgm:t>
        <a:bodyPr/>
        <a:lstStyle/>
        <a:p>
          <a:endParaRPr lang="en-US"/>
        </a:p>
      </dgm:t>
    </dgm:pt>
    <dgm:pt modelId="{758D8433-4610-496F-8283-AE8EB7DC8222}">
      <dgm:prSet phldrT="[Text]" custT="1"/>
      <dgm:spPr>
        <a:solidFill>
          <a:schemeClr val="accent3">
            <a:hueOff val="4245554"/>
            <a:satOff val="-3888"/>
            <a:lumOff val="-15843"/>
            <a:alpha val="50000"/>
          </a:schemeClr>
        </a:solidFill>
      </dgm:spPr>
      <dgm:t>
        <a:bodyPr/>
        <a:lstStyle/>
        <a:p>
          <a:r>
            <a:rPr lang="en-IN" sz="1600" dirty="0"/>
            <a:t>Sample Size Selection</a:t>
          </a:r>
          <a:endParaRPr lang="en-US" sz="1600" dirty="0"/>
        </a:p>
      </dgm:t>
    </dgm:pt>
    <dgm:pt modelId="{A6F6595D-1DF5-40E7-B487-47C13BCC3A4E}" type="parTrans" cxnId="{B91AAD91-5DCC-485F-A999-979F58C546CA}">
      <dgm:prSet/>
      <dgm:spPr/>
      <dgm:t>
        <a:bodyPr/>
        <a:lstStyle/>
        <a:p>
          <a:endParaRPr lang="en-US"/>
        </a:p>
      </dgm:t>
    </dgm:pt>
    <dgm:pt modelId="{5E47882B-613C-4CC2-B7CA-AD2A2EA67220}" type="sibTrans" cxnId="{B91AAD91-5DCC-485F-A999-979F58C546CA}">
      <dgm:prSet/>
      <dgm:spPr/>
      <dgm:t>
        <a:bodyPr/>
        <a:lstStyle/>
        <a:p>
          <a:endParaRPr lang="en-US"/>
        </a:p>
      </dgm:t>
    </dgm:pt>
    <dgm:pt modelId="{3077A436-2E05-4998-B7E5-D218EF9B7F80}">
      <dgm:prSet phldrT="[Text]" custT="1"/>
      <dgm:spPr>
        <a:solidFill>
          <a:schemeClr val="accent3">
            <a:hueOff val="5306942"/>
            <a:satOff val="-4860"/>
            <a:lumOff val="-19804"/>
            <a:alpha val="50000"/>
          </a:schemeClr>
        </a:solidFill>
      </dgm:spPr>
      <dgm:t>
        <a:bodyPr/>
        <a:lstStyle/>
        <a:p>
          <a:r>
            <a:rPr lang="en-IN" sz="1600" dirty="0"/>
            <a:t>Uplift Calculation</a:t>
          </a:r>
          <a:endParaRPr lang="en-US" sz="1600" dirty="0"/>
        </a:p>
      </dgm:t>
    </dgm:pt>
    <dgm:pt modelId="{6F936EF5-9243-4250-92E7-8075A65470D3}" type="parTrans" cxnId="{354039E8-AB24-419A-A5A4-A0D7ED77FBF8}">
      <dgm:prSet/>
      <dgm:spPr/>
      <dgm:t>
        <a:bodyPr/>
        <a:lstStyle/>
        <a:p>
          <a:endParaRPr lang="en-US"/>
        </a:p>
      </dgm:t>
    </dgm:pt>
    <dgm:pt modelId="{56441975-661D-40E9-9930-16A0D4898AE4}" type="sibTrans" cxnId="{354039E8-AB24-419A-A5A4-A0D7ED77FBF8}">
      <dgm:prSet/>
      <dgm:spPr/>
      <dgm:t>
        <a:bodyPr/>
        <a:lstStyle/>
        <a:p>
          <a:endParaRPr lang="en-US"/>
        </a:p>
      </dgm:t>
    </dgm:pt>
    <dgm:pt modelId="{BB8E8C2E-4FC4-405F-8DE6-956FEE48B0DC}">
      <dgm:prSet phldrT="[Text]" custT="1"/>
      <dgm:spPr>
        <a:solidFill>
          <a:schemeClr val="accent3">
            <a:hueOff val="2122777"/>
            <a:satOff val="-1944"/>
            <a:lumOff val="-7922"/>
            <a:alpha val="50000"/>
          </a:schemeClr>
        </a:solidFill>
      </dgm:spPr>
      <dgm:t>
        <a:bodyPr/>
        <a:lstStyle/>
        <a:p>
          <a:r>
            <a:rPr lang="en-IN" sz="1600" dirty="0"/>
            <a:t>Outlier Removal</a:t>
          </a:r>
          <a:endParaRPr lang="en-US" sz="1600" dirty="0"/>
        </a:p>
      </dgm:t>
    </dgm:pt>
    <dgm:pt modelId="{CD7EC236-9104-4A24-9DF0-045D893F876B}" type="parTrans" cxnId="{49FF5733-B5E9-4150-B41C-B6C4A8074AF2}">
      <dgm:prSet/>
      <dgm:spPr/>
      <dgm:t>
        <a:bodyPr/>
        <a:lstStyle/>
        <a:p>
          <a:endParaRPr lang="en-US"/>
        </a:p>
      </dgm:t>
    </dgm:pt>
    <dgm:pt modelId="{09249B83-3648-4518-BC44-E3548FF70B5B}" type="sibTrans" cxnId="{49FF5733-B5E9-4150-B41C-B6C4A8074AF2}">
      <dgm:prSet/>
      <dgm:spPr/>
      <dgm:t>
        <a:bodyPr/>
        <a:lstStyle/>
        <a:p>
          <a:endParaRPr lang="en-US"/>
        </a:p>
      </dgm:t>
    </dgm:pt>
    <dgm:pt modelId="{42E28338-41CB-42A6-A95B-518816FFAC17}" type="pres">
      <dgm:prSet presAssocID="{2513CB6D-0CB9-4817-8A69-9AA74BACD7DA}" presName="Name0" presStyleCnt="0">
        <dgm:presLayoutVars>
          <dgm:dir/>
          <dgm:animLvl val="lvl"/>
          <dgm:resizeHandles val="exact"/>
        </dgm:presLayoutVars>
      </dgm:prSet>
      <dgm:spPr/>
    </dgm:pt>
    <dgm:pt modelId="{A7B85BF8-B81D-4204-96FE-40706948B5FD}" type="pres">
      <dgm:prSet presAssocID="{C214FCCC-3731-4532-940C-FAF72CD99B97}" presName="parTxOnly" presStyleLbl="node1" presStyleIdx="0" presStyleCnt="5">
        <dgm:presLayoutVars>
          <dgm:chMax val="0"/>
          <dgm:chPref val="0"/>
          <dgm:bulletEnabled val="1"/>
        </dgm:presLayoutVars>
      </dgm:prSet>
      <dgm:spPr/>
    </dgm:pt>
    <dgm:pt modelId="{C29CD975-6A4D-44C7-B8B6-F2233D32FC5F}" type="pres">
      <dgm:prSet presAssocID="{28C24FF0-611D-4D6D-A4DC-0CCECBEB3E6D}" presName="parTxOnlySpace" presStyleCnt="0"/>
      <dgm:spPr/>
    </dgm:pt>
    <dgm:pt modelId="{1A460CEB-E2A7-422F-ABDF-9F4A489154C7}" type="pres">
      <dgm:prSet presAssocID="{A426AD63-11BB-4C4D-89FE-2984EBF92CF6}" presName="parTxOnly" presStyleLbl="node1" presStyleIdx="1" presStyleCnt="5">
        <dgm:presLayoutVars>
          <dgm:chMax val="0"/>
          <dgm:chPref val="0"/>
          <dgm:bulletEnabled val="1"/>
        </dgm:presLayoutVars>
      </dgm:prSet>
      <dgm:spPr/>
    </dgm:pt>
    <dgm:pt modelId="{E06BEB70-5CB1-473E-BBCF-74762B3F95FE}" type="pres">
      <dgm:prSet presAssocID="{E99493CD-FB1A-4AC7-B705-F26814CFAC68}" presName="parTxOnlySpace" presStyleCnt="0"/>
      <dgm:spPr/>
    </dgm:pt>
    <dgm:pt modelId="{4515B4CA-F7CF-4C84-9C65-0BEAC0935345}" type="pres">
      <dgm:prSet presAssocID="{BB8E8C2E-4FC4-405F-8DE6-956FEE48B0DC}" presName="parTxOnly" presStyleLbl="node1" presStyleIdx="2" presStyleCnt="5">
        <dgm:presLayoutVars>
          <dgm:chMax val="0"/>
          <dgm:chPref val="0"/>
          <dgm:bulletEnabled val="1"/>
        </dgm:presLayoutVars>
      </dgm:prSet>
      <dgm:spPr/>
    </dgm:pt>
    <dgm:pt modelId="{CD34AD01-1CA6-4F13-9E67-D33C82410D66}" type="pres">
      <dgm:prSet presAssocID="{09249B83-3648-4518-BC44-E3548FF70B5B}" presName="parTxOnlySpace" presStyleCnt="0"/>
      <dgm:spPr/>
    </dgm:pt>
    <dgm:pt modelId="{BDB58C99-3F14-4B9C-967B-F716ADF27808}" type="pres">
      <dgm:prSet presAssocID="{758D8433-4610-496F-8283-AE8EB7DC8222}" presName="parTxOnly" presStyleLbl="node1" presStyleIdx="3" presStyleCnt="5">
        <dgm:presLayoutVars>
          <dgm:chMax val="0"/>
          <dgm:chPref val="0"/>
          <dgm:bulletEnabled val="1"/>
        </dgm:presLayoutVars>
      </dgm:prSet>
      <dgm:spPr/>
    </dgm:pt>
    <dgm:pt modelId="{3F141B74-A603-4A28-8D5E-5BE424AE246D}" type="pres">
      <dgm:prSet presAssocID="{5E47882B-613C-4CC2-B7CA-AD2A2EA67220}" presName="parTxOnlySpace" presStyleCnt="0"/>
      <dgm:spPr/>
    </dgm:pt>
    <dgm:pt modelId="{2C532804-1642-4037-86EE-B91A2613DF34}" type="pres">
      <dgm:prSet presAssocID="{3077A436-2E05-4998-B7E5-D218EF9B7F80}" presName="parTxOnly" presStyleLbl="node1" presStyleIdx="4" presStyleCnt="5">
        <dgm:presLayoutVars>
          <dgm:chMax val="0"/>
          <dgm:chPref val="0"/>
          <dgm:bulletEnabled val="1"/>
        </dgm:presLayoutVars>
      </dgm:prSet>
      <dgm:spPr/>
    </dgm:pt>
  </dgm:ptLst>
  <dgm:cxnLst>
    <dgm:cxn modelId="{49FF5733-B5E9-4150-B41C-B6C4A8074AF2}" srcId="{2513CB6D-0CB9-4817-8A69-9AA74BACD7DA}" destId="{BB8E8C2E-4FC4-405F-8DE6-956FEE48B0DC}" srcOrd="2" destOrd="0" parTransId="{CD7EC236-9104-4A24-9DF0-045D893F876B}" sibTransId="{09249B83-3648-4518-BC44-E3548FF70B5B}"/>
    <dgm:cxn modelId="{3EF5DE5E-38B0-40BF-B546-BF736684F5BB}" type="presOf" srcId="{C214FCCC-3731-4532-940C-FAF72CD99B97}" destId="{A7B85BF8-B81D-4204-96FE-40706948B5FD}" srcOrd="0" destOrd="0" presId="urn:microsoft.com/office/officeart/2005/8/layout/chevron1"/>
    <dgm:cxn modelId="{76DFF94E-DEDD-4F17-9D32-D7F47BCAB52B}" type="presOf" srcId="{2513CB6D-0CB9-4817-8A69-9AA74BACD7DA}" destId="{42E28338-41CB-42A6-A95B-518816FFAC17}" srcOrd="0" destOrd="0" presId="urn:microsoft.com/office/officeart/2005/8/layout/chevron1"/>
    <dgm:cxn modelId="{4A83B072-39DB-43A6-8F9C-A230E71DDBBB}" type="presOf" srcId="{758D8433-4610-496F-8283-AE8EB7DC8222}" destId="{BDB58C99-3F14-4B9C-967B-F716ADF27808}" srcOrd="0" destOrd="0" presId="urn:microsoft.com/office/officeart/2005/8/layout/chevron1"/>
    <dgm:cxn modelId="{E3D2E758-3C75-481C-85A0-13355C3FABED}" type="presOf" srcId="{3077A436-2E05-4998-B7E5-D218EF9B7F80}" destId="{2C532804-1642-4037-86EE-B91A2613DF34}" srcOrd="0" destOrd="0" presId="urn:microsoft.com/office/officeart/2005/8/layout/chevron1"/>
    <dgm:cxn modelId="{B91AAD91-5DCC-485F-A999-979F58C546CA}" srcId="{2513CB6D-0CB9-4817-8A69-9AA74BACD7DA}" destId="{758D8433-4610-496F-8283-AE8EB7DC8222}" srcOrd="3" destOrd="0" parTransId="{A6F6595D-1DF5-40E7-B487-47C13BCC3A4E}" sibTransId="{5E47882B-613C-4CC2-B7CA-AD2A2EA67220}"/>
    <dgm:cxn modelId="{704B00A6-29DB-4999-AA80-8AE42FE58A4E}" srcId="{2513CB6D-0CB9-4817-8A69-9AA74BACD7DA}" destId="{C214FCCC-3731-4532-940C-FAF72CD99B97}" srcOrd="0" destOrd="0" parTransId="{93334DD0-E84F-421A-983D-13060AD2CF5B}" sibTransId="{28C24FF0-611D-4D6D-A4DC-0CCECBEB3E6D}"/>
    <dgm:cxn modelId="{C460E3BB-D5C6-4AE4-9155-C0EAFDB5041B}" type="presOf" srcId="{A426AD63-11BB-4C4D-89FE-2984EBF92CF6}" destId="{1A460CEB-E2A7-422F-ABDF-9F4A489154C7}" srcOrd="0" destOrd="0" presId="urn:microsoft.com/office/officeart/2005/8/layout/chevron1"/>
    <dgm:cxn modelId="{C8574AC3-8F18-4FAD-9ACE-6EA8C1EFFAF0}" srcId="{2513CB6D-0CB9-4817-8A69-9AA74BACD7DA}" destId="{A426AD63-11BB-4C4D-89FE-2984EBF92CF6}" srcOrd="1" destOrd="0" parTransId="{9B8E1583-330A-46B4-BC49-23E0864F4A04}" sibTransId="{E99493CD-FB1A-4AC7-B705-F26814CFAC68}"/>
    <dgm:cxn modelId="{354039E8-AB24-419A-A5A4-A0D7ED77FBF8}" srcId="{2513CB6D-0CB9-4817-8A69-9AA74BACD7DA}" destId="{3077A436-2E05-4998-B7E5-D218EF9B7F80}" srcOrd="4" destOrd="0" parTransId="{6F936EF5-9243-4250-92E7-8075A65470D3}" sibTransId="{56441975-661D-40E9-9930-16A0D4898AE4}"/>
    <dgm:cxn modelId="{7860D0F1-22C7-43B7-822A-5DBB7218AEFB}" type="presOf" srcId="{BB8E8C2E-4FC4-405F-8DE6-956FEE48B0DC}" destId="{4515B4CA-F7CF-4C84-9C65-0BEAC0935345}" srcOrd="0" destOrd="0" presId="urn:microsoft.com/office/officeart/2005/8/layout/chevron1"/>
    <dgm:cxn modelId="{013C8141-CD91-47DB-A8E5-F0E16B6AB58F}" type="presParOf" srcId="{42E28338-41CB-42A6-A95B-518816FFAC17}" destId="{A7B85BF8-B81D-4204-96FE-40706948B5FD}" srcOrd="0" destOrd="0" presId="urn:microsoft.com/office/officeart/2005/8/layout/chevron1"/>
    <dgm:cxn modelId="{40DD999D-49A3-4CCF-AF74-A0239DF83D5E}" type="presParOf" srcId="{42E28338-41CB-42A6-A95B-518816FFAC17}" destId="{C29CD975-6A4D-44C7-B8B6-F2233D32FC5F}" srcOrd="1" destOrd="0" presId="urn:microsoft.com/office/officeart/2005/8/layout/chevron1"/>
    <dgm:cxn modelId="{05C227FE-BEF7-4CF1-9B10-73A845E141BB}" type="presParOf" srcId="{42E28338-41CB-42A6-A95B-518816FFAC17}" destId="{1A460CEB-E2A7-422F-ABDF-9F4A489154C7}" srcOrd="2" destOrd="0" presId="urn:microsoft.com/office/officeart/2005/8/layout/chevron1"/>
    <dgm:cxn modelId="{837E41FD-FEEA-42A2-9A57-CF2E4C34ACD6}" type="presParOf" srcId="{42E28338-41CB-42A6-A95B-518816FFAC17}" destId="{E06BEB70-5CB1-473E-BBCF-74762B3F95FE}" srcOrd="3" destOrd="0" presId="urn:microsoft.com/office/officeart/2005/8/layout/chevron1"/>
    <dgm:cxn modelId="{1974B74E-741D-4370-8B2C-0D484340C370}" type="presParOf" srcId="{42E28338-41CB-42A6-A95B-518816FFAC17}" destId="{4515B4CA-F7CF-4C84-9C65-0BEAC0935345}" srcOrd="4" destOrd="0" presId="urn:microsoft.com/office/officeart/2005/8/layout/chevron1"/>
    <dgm:cxn modelId="{6774A011-2886-44AC-B790-D7CAEC800BEF}" type="presParOf" srcId="{42E28338-41CB-42A6-A95B-518816FFAC17}" destId="{CD34AD01-1CA6-4F13-9E67-D33C82410D66}" srcOrd="5" destOrd="0" presId="urn:microsoft.com/office/officeart/2005/8/layout/chevron1"/>
    <dgm:cxn modelId="{B31040AC-007A-43F5-82AA-D981DF7CD024}" type="presParOf" srcId="{42E28338-41CB-42A6-A95B-518816FFAC17}" destId="{BDB58C99-3F14-4B9C-967B-F716ADF27808}" srcOrd="6" destOrd="0" presId="urn:microsoft.com/office/officeart/2005/8/layout/chevron1"/>
    <dgm:cxn modelId="{5A1E8A70-BCF2-4280-A6BB-D547E30559F5}" type="presParOf" srcId="{42E28338-41CB-42A6-A95B-518816FFAC17}" destId="{3F141B74-A603-4A28-8D5E-5BE424AE246D}" srcOrd="7" destOrd="0" presId="urn:microsoft.com/office/officeart/2005/8/layout/chevron1"/>
    <dgm:cxn modelId="{40510595-BED8-497F-BE80-5F99D717801F}" type="presParOf" srcId="{42E28338-41CB-42A6-A95B-518816FFAC17}" destId="{2C532804-1642-4037-86EE-B91A2613DF34}"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13CB6D-0CB9-4817-8A69-9AA74BACD7DA}" type="doc">
      <dgm:prSet loTypeId="urn:microsoft.com/office/officeart/2005/8/layout/chevron1" loCatId="process" qsTypeId="urn:microsoft.com/office/officeart/2005/8/quickstyle/simple1" qsCatId="simple" csTypeId="urn:microsoft.com/office/officeart/2005/8/colors/colorful3" csCatId="colorful" phldr="1"/>
      <dgm:spPr/>
    </dgm:pt>
    <dgm:pt modelId="{C214FCCC-3731-4532-940C-FAF72CD99B97}">
      <dgm:prSet phldrT="[Text]"/>
      <dgm:spPr>
        <a:solidFill>
          <a:schemeClr val="accent3">
            <a:hueOff val="0"/>
            <a:satOff val="0"/>
            <a:lumOff val="0"/>
            <a:alpha val="50000"/>
          </a:schemeClr>
        </a:solidFill>
      </dgm:spPr>
      <dgm:t>
        <a:bodyPr/>
        <a:lstStyle/>
        <a:p>
          <a:r>
            <a:rPr lang="en-IN" dirty="0"/>
            <a:t>Input Creation </a:t>
          </a:r>
          <a:endParaRPr lang="en-US" dirty="0"/>
        </a:p>
      </dgm:t>
    </dgm:pt>
    <dgm:pt modelId="{93334DD0-E84F-421A-983D-13060AD2CF5B}" type="parTrans" cxnId="{704B00A6-29DB-4999-AA80-8AE42FE58A4E}">
      <dgm:prSet/>
      <dgm:spPr/>
      <dgm:t>
        <a:bodyPr/>
        <a:lstStyle/>
        <a:p>
          <a:endParaRPr lang="en-US"/>
        </a:p>
      </dgm:t>
    </dgm:pt>
    <dgm:pt modelId="{28C24FF0-611D-4D6D-A4DC-0CCECBEB3E6D}" type="sibTrans" cxnId="{704B00A6-29DB-4999-AA80-8AE42FE58A4E}">
      <dgm:prSet/>
      <dgm:spPr/>
      <dgm:t>
        <a:bodyPr/>
        <a:lstStyle/>
        <a:p>
          <a:endParaRPr lang="en-US"/>
        </a:p>
      </dgm:t>
    </dgm:pt>
    <dgm:pt modelId="{A426AD63-11BB-4C4D-89FE-2984EBF92CF6}">
      <dgm:prSet phldrT="[Text]"/>
      <dgm:spPr>
        <a:solidFill>
          <a:schemeClr val="accent3">
            <a:hueOff val="1061388"/>
            <a:satOff val="-972"/>
            <a:lumOff val="-3961"/>
            <a:alpha val="50000"/>
          </a:schemeClr>
        </a:solidFill>
      </dgm:spPr>
      <dgm:t>
        <a:bodyPr/>
        <a:lstStyle/>
        <a:p>
          <a:r>
            <a:rPr lang="en-IN" dirty="0"/>
            <a:t>Pre Period Identification</a:t>
          </a:r>
          <a:endParaRPr lang="en-US" dirty="0"/>
        </a:p>
      </dgm:t>
    </dgm:pt>
    <dgm:pt modelId="{9B8E1583-330A-46B4-BC49-23E0864F4A04}" type="parTrans" cxnId="{C8574AC3-8F18-4FAD-9ACE-6EA8C1EFFAF0}">
      <dgm:prSet/>
      <dgm:spPr/>
      <dgm:t>
        <a:bodyPr/>
        <a:lstStyle/>
        <a:p>
          <a:endParaRPr lang="en-US"/>
        </a:p>
      </dgm:t>
    </dgm:pt>
    <dgm:pt modelId="{E99493CD-FB1A-4AC7-B705-F26814CFAC68}" type="sibTrans" cxnId="{C8574AC3-8F18-4FAD-9ACE-6EA8C1EFFAF0}">
      <dgm:prSet/>
      <dgm:spPr/>
      <dgm:t>
        <a:bodyPr/>
        <a:lstStyle/>
        <a:p>
          <a:endParaRPr lang="en-US"/>
        </a:p>
      </dgm:t>
    </dgm:pt>
    <dgm:pt modelId="{758D8433-4610-496F-8283-AE8EB7DC8222}">
      <dgm:prSet phldrT="[Text]"/>
      <dgm:spPr>
        <a:solidFill>
          <a:schemeClr val="bg1">
            <a:lumMod val="75000"/>
          </a:schemeClr>
        </a:solidFill>
        <a:ln w="12700">
          <a:noFill/>
        </a:ln>
      </dgm:spPr>
      <dgm:t>
        <a:bodyPr/>
        <a:lstStyle/>
        <a:p>
          <a:r>
            <a:rPr lang="en-IN" b="0" u="none" dirty="0"/>
            <a:t>Sample Size Selection</a:t>
          </a:r>
          <a:endParaRPr lang="en-US" b="0" u="none" dirty="0"/>
        </a:p>
      </dgm:t>
    </dgm:pt>
    <dgm:pt modelId="{A6F6595D-1DF5-40E7-B487-47C13BCC3A4E}" type="parTrans" cxnId="{B91AAD91-5DCC-485F-A999-979F58C546CA}">
      <dgm:prSet/>
      <dgm:spPr/>
      <dgm:t>
        <a:bodyPr/>
        <a:lstStyle/>
        <a:p>
          <a:endParaRPr lang="en-US"/>
        </a:p>
      </dgm:t>
    </dgm:pt>
    <dgm:pt modelId="{5E47882B-613C-4CC2-B7CA-AD2A2EA67220}" type="sibTrans" cxnId="{B91AAD91-5DCC-485F-A999-979F58C546CA}">
      <dgm:prSet/>
      <dgm:spPr/>
      <dgm:t>
        <a:bodyPr/>
        <a:lstStyle/>
        <a:p>
          <a:endParaRPr lang="en-US"/>
        </a:p>
      </dgm:t>
    </dgm:pt>
    <dgm:pt modelId="{3077A436-2E05-4998-B7E5-D218EF9B7F80}">
      <dgm:prSet phldrT="[Text]"/>
      <dgm:spPr>
        <a:solidFill>
          <a:schemeClr val="accent3">
            <a:hueOff val="5306942"/>
            <a:satOff val="-4860"/>
            <a:lumOff val="-19804"/>
            <a:alpha val="50000"/>
          </a:schemeClr>
        </a:solidFill>
      </dgm:spPr>
      <dgm:t>
        <a:bodyPr/>
        <a:lstStyle/>
        <a:p>
          <a:r>
            <a:rPr lang="en-IN" dirty="0"/>
            <a:t>Uplift Calculation</a:t>
          </a:r>
          <a:endParaRPr lang="en-US" dirty="0"/>
        </a:p>
      </dgm:t>
    </dgm:pt>
    <dgm:pt modelId="{6F936EF5-9243-4250-92E7-8075A65470D3}" type="parTrans" cxnId="{354039E8-AB24-419A-A5A4-A0D7ED77FBF8}">
      <dgm:prSet/>
      <dgm:spPr/>
      <dgm:t>
        <a:bodyPr/>
        <a:lstStyle/>
        <a:p>
          <a:endParaRPr lang="en-US"/>
        </a:p>
      </dgm:t>
    </dgm:pt>
    <dgm:pt modelId="{56441975-661D-40E9-9930-16A0D4898AE4}" type="sibTrans" cxnId="{354039E8-AB24-419A-A5A4-A0D7ED77FBF8}">
      <dgm:prSet/>
      <dgm:spPr/>
      <dgm:t>
        <a:bodyPr/>
        <a:lstStyle/>
        <a:p>
          <a:endParaRPr lang="en-US"/>
        </a:p>
      </dgm:t>
    </dgm:pt>
    <dgm:pt modelId="{C1CF6795-BB93-4C6C-B9DC-F066AEA4025C}">
      <dgm:prSet phldrT="[Text]" custT="1"/>
      <dgm:spPr>
        <a:solidFill>
          <a:srgbClr val="9E7800">
            <a:alpha val="49804"/>
          </a:srgbClr>
        </a:solidFill>
        <a:ln w="57150"/>
      </dgm:spPr>
      <dgm:t>
        <a:bodyPr/>
        <a:lstStyle/>
        <a:p>
          <a:r>
            <a:rPr lang="en-IN" sz="1600" b="1" u="sng" dirty="0"/>
            <a:t>Outlier Removal</a:t>
          </a:r>
          <a:endParaRPr lang="en-US" sz="1600" b="1" u="sng" dirty="0"/>
        </a:p>
      </dgm:t>
    </dgm:pt>
    <dgm:pt modelId="{26AE4BDE-7DDE-453D-BACC-59612E6839F8}" type="parTrans" cxnId="{6AD85C00-73DC-414C-9AAA-539EB2BDB3EE}">
      <dgm:prSet/>
      <dgm:spPr/>
      <dgm:t>
        <a:bodyPr/>
        <a:lstStyle/>
        <a:p>
          <a:endParaRPr lang="en-US"/>
        </a:p>
      </dgm:t>
    </dgm:pt>
    <dgm:pt modelId="{60C1BD4E-0EF9-409F-8BDA-EE00EABBE612}" type="sibTrans" cxnId="{6AD85C00-73DC-414C-9AAA-539EB2BDB3EE}">
      <dgm:prSet/>
      <dgm:spPr/>
      <dgm:t>
        <a:bodyPr/>
        <a:lstStyle/>
        <a:p>
          <a:endParaRPr lang="en-US"/>
        </a:p>
      </dgm:t>
    </dgm:pt>
    <dgm:pt modelId="{42E28338-41CB-42A6-A95B-518816FFAC17}" type="pres">
      <dgm:prSet presAssocID="{2513CB6D-0CB9-4817-8A69-9AA74BACD7DA}" presName="Name0" presStyleCnt="0">
        <dgm:presLayoutVars>
          <dgm:dir/>
          <dgm:animLvl val="lvl"/>
          <dgm:resizeHandles val="exact"/>
        </dgm:presLayoutVars>
      </dgm:prSet>
      <dgm:spPr/>
    </dgm:pt>
    <dgm:pt modelId="{A7B85BF8-B81D-4204-96FE-40706948B5FD}" type="pres">
      <dgm:prSet presAssocID="{C214FCCC-3731-4532-940C-FAF72CD99B97}" presName="parTxOnly" presStyleLbl="node1" presStyleIdx="0" presStyleCnt="5">
        <dgm:presLayoutVars>
          <dgm:chMax val="0"/>
          <dgm:chPref val="0"/>
          <dgm:bulletEnabled val="1"/>
        </dgm:presLayoutVars>
      </dgm:prSet>
      <dgm:spPr/>
    </dgm:pt>
    <dgm:pt modelId="{C29CD975-6A4D-44C7-B8B6-F2233D32FC5F}" type="pres">
      <dgm:prSet presAssocID="{28C24FF0-611D-4D6D-A4DC-0CCECBEB3E6D}" presName="parTxOnlySpace" presStyleCnt="0"/>
      <dgm:spPr/>
    </dgm:pt>
    <dgm:pt modelId="{1A460CEB-E2A7-422F-ABDF-9F4A489154C7}" type="pres">
      <dgm:prSet presAssocID="{A426AD63-11BB-4C4D-89FE-2984EBF92CF6}" presName="parTxOnly" presStyleLbl="node1" presStyleIdx="1" presStyleCnt="5">
        <dgm:presLayoutVars>
          <dgm:chMax val="0"/>
          <dgm:chPref val="0"/>
          <dgm:bulletEnabled val="1"/>
        </dgm:presLayoutVars>
      </dgm:prSet>
      <dgm:spPr/>
    </dgm:pt>
    <dgm:pt modelId="{E06BEB70-5CB1-473E-BBCF-74762B3F95FE}" type="pres">
      <dgm:prSet presAssocID="{E99493CD-FB1A-4AC7-B705-F26814CFAC68}" presName="parTxOnlySpace" presStyleCnt="0"/>
      <dgm:spPr/>
    </dgm:pt>
    <dgm:pt modelId="{20D5270C-DBB4-4372-9301-38C9DE9BAD78}" type="pres">
      <dgm:prSet presAssocID="{C1CF6795-BB93-4C6C-B9DC-F066AEA4025C}" presName="parTxOnly" presStyleLbl="node1" presStyleIdx="2" presStyleCnt="5" custLinFactNeighborY="3908">
        <dgm:presLayoutVars>
          <dgm:chMax val="0"/>
          <dgm:chPref val="0"/>
          <dgm:bulletEnabled val="1"/>
        </dgm:presLayoutVars>
      </dgm:prSet>
      <dgm:spPr/>
    </dgm:pt>
    <dgm:pt modelId="{7755F5F4-5ACF-4BF5-894D-FE225B958883}" type="pres">
      <dgm:prSet presAssocID="{60C1BD4E-0EF9-409F-8BDA-EE00EABBE612}" presName="parTxOnlySpace" presStyleCnt="0"/>
      <dgm:spPr/>
    </dgm:pt>
    <dgm:pt modelId="{BDB58C99-3F14-4B9C-967B-F716ADF27808}" type="pres">
      <dgm:prSet presAssocID="{758D8433-4610-496F-8283-AE8EB7DC8222}" presName="parTxOnly" presStyleLbl="node1" presStyleIdx="3" presStyleCnt="5" custLinFactNeighborX="3835" custLinFactNeighborY="959">
        <dgm:presLayoutVars>
          <dgm:chMax val="0"/>
          <dgm:chPref val="0"/>
          <dgm:bulletEnabled val="1"/>
        </dgm:presLayoutVars>
      </dgm:prSet>
      <dgm:spPr/>
    </dgm:pt>
    <dgm:pt modelId="{3F141B74-A603-4A28-8D5E-5BE424AE246D}" type="pres">
      <dgm:prSet presAssocID="{5E47882B-613C-4CC2-B7CA-AD2A2EA67220}" presName="parTxOnlySpace" presStyleCnt="0"/>
      <dgm:spPr/>
    </dgm:pt>
    <dgm:pt modelId="{2C532804-1642-4037-86EE-B91A2613DF34}" type="pres">
      <dgm:prSet presAssocID="{3077A436-2E05-4998-B7E5-D218EF9B7F80}" presName="parTxOnly" presStyleLbl="node1" presStyleIdx="4" presStyleCnt="5">
        <dgm:presLayoutVars>
          <dgm:chMax val="0"/>
          <dgm:chPref val="0"/>
          <dgm:bulletEnabled val="1"/>
        </dgm:presLayoutVars>
      </dgm:prSet>
      <dgm:spPr/>
    </dgm:pt>
  </dgm:ptLst>
  <dgm:cxnLst>
    <dgm:cxn modelId="{6AD85C00-73DC-414C-9AAA-539EB2BDB3EE}" srcId="{2513CB6D-0CB9-4817-8A69-9AA74BACD7DA}" destId="{C1CF6795-BB93-4C6C-B9DC-F066AEA4025C}" srcOrd="2" destOrd="0" parTransId="{26AE4BDE-7DDE-453D-BACC-59612E6839F8}" sibTransId="{60C1BD4E-0EF9-409F-8BDA-EE00EABBE612}"/>
    <dgm:cxn modelId="{C78CA213-DB33-450C-A986-4F5B3FA2C581}" type="presOf" srcId="{C1CF6795-BB93-4C6C-B9DC-F066AEA4025C}" destId="{20D5270C-DBB4-4372-9301-38C9DE9BAD78}" srcOrd="0" destOrd="0" presId="urn:microsoft.com/office/officeart/2005/8/layout/chevron1"/>
    <dgm:cxn modelId="{3EF5DE5E-38B0-40BF-B546-BF736684F5BB}" type="presOf" srcId="{C214FCCC-3731-4532-940C-FAF72CD99B97}" destId="{A7B85BF8-B81D-4204-96FE-40706948B5FD}" srcOrd="0" destOrd="0" presId="urn:microsoft.com/office/officeart/2005/8/layout/chevron1"/>
    <dgm:cxn modelId="{76DFF94E-DEDD-4F17-9D32-D7F47BCAB52B}" type="presOf" srcId="{2513CB6D-0CB9-4817-8A69-9AA74BACD7DA}" destId="{42E28338-41CB-42A6-A95B-518816FFAC17}" srcOrd="0" destOrd="0" presId="urn:microsoft.com/office/officeart/2005/8/layout/chevron1"/>
    <dgm:cxn modelId="{4A83B072-39DB-43A6-8F9C-A230E71DDBBB}" type="presOf" srcId="{758D8433-4610-496F-8283-AE8EB7DC8222}" destId="{BDB58C99-3F14-4B9C-967B-F716ADF27808}" srcOrd="0" destOrd="0" presId="urn:microsoft.com/office/officeart/2005/8/layout/chevron1"/>
    <dgm:cxn modelId="{E3D2E758-3C75-481C-85A0-13355C3FABED}" type="presOf" srcId="{3077A436-2E05-4998-B7E5-D218EF9B7F80}" destId="{2C532804-1642-4037-86EE-B91A2613DF34}" srcOrd="0" destOrd="0" presId="urn:microsoft.com/office/officeart/2005/8/layout/chevron1"/>
    <dgm:cxn modelId="{B91AAD91-5DCC-485F-A999-979F58C546CA}" srcId="{2513CB6D-0CB9-4817-8A69-9AA74BACD7DA}" destId="{758D8433-4610-496F-8283-AE8EB7DC8222}" srcOrd="3" destOrd="0" parTransId="{A6F6595D-1DF5-40E7-B487-47C13BCC3A4E}" sibTransId="{5E47882B-613C-4CC2-B7CA-AD2A2EA67220}"/>
    <dgm:cxn modelId="{704B00A6-29DB-4999-AA80-8AE42FE58A4E}" srcId="{2513CB6D-0CB9-4817-8A69-9AA74BACD7DA}" destId="{C214FCCC-3731-4532-940C-FAF72CD99B97}" srcOrd="0" destOrd="0" parTransId="{93334DD0-E84F-421A-983D-13060AD2CF5B}" sibTransId="{28C24FF0-611D-4D6D-A4DC-0CCECBEB3E6D}"/>
    <dgm:cxn modelId="{C460E3BB-D5C6-4AE4-9155-C0EAFDB5041B}" type="presOf" srcId="{A426AD63-11BB-4C4D-89FE-2984EBF92CF6}" destId="{1A460CEB-E2A7-422F-ABDF-9F4A489154C7}" srcOrd="0" destOrd="0" presId="urn:microsoft.com/office/officeart/2005/8/layout/chevron1"/>
    <dgm:cxn modelId="{C8574AC3-8F18-4FAD-9ACE-6EA8C1EFFAF0}" srcId="{2513CB6D-0CB9-4817-8A69-9AA74BACD7DA}" destId="{A426AD63-11BB-4C4D-89FE-2984EBF92CF6}" srcOrd="1" destOrd="0" parTransId="{9B8E1583-330A-46B4-BC49-23E0864F4A04}" sibTransId="{E99493CD-FB1A-4AC7-B705-F26814CFAC68}"/>
    <dgm:cxn modelId="{354039E8-AB24-419A-A5A4-A0D7ED77FBF8}" srcId="{2513CB6D-0CB9-4817-8A69-9AA74BACD7DA}" destId="{3077A436-2E05-4998-B7E5-D218EF9B7F80}" srcOrd="4" destOrd="0" parTransId="{6F936EF5-9243-4250-92E7-8075A65470D3}" sibTransId="{56441975-661D-40E9-9930-16A0D4898AE4}"/>
    <dgm:cxn modelId="{013C8141-CD91-47DB-A8E5-F0E16B6AB58F}" type="presParOf" srcId="{42E28338-41CB-42A6-A95B-518816FFAC17}" destId="{A7B85BF8-B81D-4204-96FE-40706948B5FD}" srcOrd="0" destOrd="0" presId="urn:microsoft.com/office/officeart/2005/8/layout/chevron1"/>
    <dgm:cxn modelId="{40DD999D-49A3-4CCF-AF74-A0239DF83D5E}" type="presParOf" srcId="{42E28338-41CB-42A6-A95B-518816FFAC17}" destId="{C29CD975-6A4D-44C7-B8B6-F2233D32FC5F}" srcOrd="1" destOrd="0" presId="urn:microsoft.com/office/officeart/2005/8/layout/chevron1"/>
    <dgm:cxn modelId="{05C227FE-BEF7-4CF1-9B10-73A845E141BB}" type="presParOf" srcId="{42E28338-41CB-42A6-A95B-518816FFAC17}" destId="{1A460CEB-E2A7-422F-ABDF-9F4A489154C7}" srcOrd="2" destOrd="0" presId="urn:microsoft.com/office/officeart/2005/8/layout/chevron1"/>
    <dgm:cxn modelId="{837E41FD-FEEA-42A2-9A57-CF2E4C34ACD6}" type="presParOf" srcId="{42E28338-41CB-42A6-A95B-518816FFAC17}" destId="{E06BEB70-5CB1-473E-BBCF-74762B3F95FE}" srcOrd="3" destOrd="0" presId="urn:microsoft.com/office/officeart/2005/8/layout/chevron1"/>
    <dgm:cxn modelId="{DFA7E550-E073-4D77-A298-D92219D1CF94}" type="presParOf" srcId="{42E28338-41CB-42A6-A95B-518816FFAC17}" destId="{20D5270C-DBB4-4372-9301-38C9DE9BAD78}" srcOrd="4" destOrd="0" presId="urn:microsoft.com/office/officeart/2005/8/layout/chevron1"/>
    <dgm:cxn modelId="{FE07F25D-86E7-4983-BB3D-888FD1B6118C}" type="presParOf" srcId="{42E28338-41CB-42A6-A95B-518816FFAC17}" destId="{7755F5F4-5ACF-4BF5-894D-FE225B958883}" srcOrd="5" destOrd="0" presId="urn:microsoft.com/office/officeart/2005/8/layout/chevron1"/>
    <dgm:cxn modelId="{B31040AC-007A-43F5-82AA-D981DF7CD024}" type="presParOf" srcId="{42E28338-41CB-42A6-A95B-518816FFAC17}" destId="{BDB58C99-3F14-4B9C-967B-F716ADF27808}" srcOrd="6" destOrd="0" presId="urn:microsoft.com/office/officeart/2005/8/layout/chevron1"/>
    <dgm:cxn modelId="{5A1E8A70-BCF2-4280-A6BB-D547E30559F5}" type="presParOf" srcId="{42E28338-41CB-42A6-A95B-518816FFAC17}" destId="{3F141B74-A603-4A28-8D5E-5BE424AE246D}" srcOrd="7" destOrd="0" presId="urn:microsoft.com/office/officeart/2005/8/layout/chevron1"/>
    <dgm:cxn modelId="{40510595-BED8-497F-BE80-5F99D717801F}" type="presParOf" srcId="{42E28338-41CB-42A6-A95B-518816FFAC17}" destId="{2C532804-1642-4037-86EE-B91A2613DF34}"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0D9D4C-B8FD-4889-B392-375F61351BAF}" type="doc">
      <dgm:prSet loTypeId="urn:microsoft.com/office/officeart/2005/8/layout/vList3" loCatId="list" qsTypeId="urn:microsoft.com/office/officeart/2005/8/quickstyle/simple1" qsCatId="simple" csTypeId="urn:microsoft.com/office/officeart/2005/8/colors/colorful5" csCatId="colorful" phldr="1"/>
      <dgm:spPr/>
      <dgm:t>
        <a:bodyPr/>
        <a:lstStyle/>
        <a:p>
          <a:endParaRPr lang="en-US"/>
        </a:p>
      </dgm:t>
    </dgm:pt>
    <dgm:pt modelId="{084AC29A-5DFA-4C18-8C39-73173A55F674}">
      <dgm:prSet/>
      <dgm:spPr/>
      <dgm:t>
        <a:bodyPr/>
        <a:lstStyle/>
        <a:p>
          <a:r>
            <a:rPr lang="en-US" dirty="0"/>
            <a:t>Selecting feature variables for clustering</a:t>
          </a:r>
        </a:p>
      </dgm:t>
    </dgm:pt>
    <dgm:pt modelId="{D34E25A9-0826-42BF-9FAB-7FD099348EA6}" type="parTrans" cxnId="{BB3E3641-921A-450A-BA6E-D1F60CEDDFE1}">
      <dgm:prSet/>
      <dgm:spPr/>
      <dgm:t>
        <a:bodyPr/>
        <a:lstStyle/>
        <a:p>
          <a:endParaRPr lang="en-US"/>
        </a:p>
      </dgm:t>
    </dgm:pt>
    <dgm:pt modelId="{1818F5B6-9D6B-4171-B6DB-EE90D820879C}" type="sibTrans" cxnId="{BB3E3641-921A-450A-BA6E-D1F60CEDDFE1}">
      <dgm:prSet/>
      <dgm:spPr/>
      <dgm:t>
        <a:bodyPr/>
        <a:lstStyle/>
        <a:p>
          <a:endParaRPr lang="en-US"/>
        </a:p>
      </dgm:t>
    </dgm:pt>
    <dgm:pt modelId="{44B8650F-B98D-48EA-BB0C-E3CD6CD4B384}">
      <dgm:prSet/>
      <dgm:spPr/>
      <dgm:t>
        <a:bodyPr/>
        <a:lstStyle/>
        <a:p>
          <a:r>
            <a:rPr lang="en-US" dirty="0"/>
            <a:t>Clustering the test and unexposed pool using K-means</a:t>
          </a:r>
        </a:p>
      </dgm:t>
    </dgm:pt>
    <dgm:pt modelId="{A01FF377-EEB8-4AEC-8A4A-9C76B729C05F}" type="parTrans" cxnId="{555ECEE8-B1D9-43AF-B364-81B2DEA3D7EE}">
      <dgm:prSet/>
      <dgm:spPr/>
      <dgm:t>
        <a:bodyPr/>
        <a:lstStyle/>
        <a:p>
          <a:endParaRPr lang="en-US"/>
        </a:p>
      </dgm:t>
    </dgm:pt>
    <dgm:pt modelId="{1BC95D53-1258-4635-9CA1-6705FC008B59}" type="sibTrans" cxnId="{555ECEE8-B1D9-43AF-B364-81B2DEA3D7EE}">
      <dgm:prSet/>
      <dgm:spPr/>
      <dgm:t>
        <a:bodyPr/>
        <a:lstStyle/>
        <a:p>
          <a:endParaRPr lang="en-US"/>
        </a:p>
      </dgm:t>
    </dgm:pt>
    <dgm:pt modelId="{3DB4F855-BA86-40A6-BB9C-5EC1E8B9469A}" type="pres">
      <dgm:prSet presAssocID="{080D9D4C-B8FD-4889-B392-375F61351BAF}" presName="linearFlow" presStyleCnt="0">
        <dgm:presLayoutVars>
          <dgm:dir/>
          <dgm:resizeHandles val="exact"/>
        </dgm:presLayoutVars>
      </dgm:prSet>
      <dgm:spPr/>
    </dgm:pt>
    <dgm:pt modelId="{76DB93AD-701C-4520-9D4D-E08C8900CA5B}" type="pres">
      <dgm:prSet presAssocID="{084AC29A-5DFA-4C18-8C39-73173A55F674}" presName="composite" presStyleCnt="0"/>
      <dgm:spPr/>
    </dgm:pt>
    <dgm:pt modelId="{400B87DF-C480-445F-8C19-8CB8975E9B45}" type="pres">
      <dgm:prSet presAssocID="{084AC29A-5DFA-4C18-8C39-73173A55F674}" presName="imgShp" presStyleLbl="fgImgPlace1" presStyleIdx="0" presStyleCnt="2" custLinFactNeighborX="8289" custLinFactNeighborY="-13484"/>
      <dgm:spPr>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dgm:spPr>
    </dgm:pt>
    <dgm:pt modelId="{F3173546-C312-4DA8-88CF-9819DD3D0596}" type="pres">
      <dgm:prSet presAssocID="{084AC29A-5DFA-4C18-8C39-73173A55F674}" presName="txShp" presStyleLbl="node1" presStyleIdx="0" presStyleCnt="2">
        <dgm:presLayoutVars>
          <dgm:bulletEnabled val="1"/>
        </dgm:presLayoutVars>
      </dgm:prSet>
      <dgm:spPr/>
    </dgm:pt>
    <dgm:pt modelId="{3751F939-088C-46CA-A412-AF24C56CD647}" type="pres">
      <dgm:prSet presAssocID="{1818F5B6-9D6B-4171-B6DB-EE90D820879C}" presName="spacing" presStyleCnt="0"/>
      <dgm:spPr/>
    </dgm:pt>
    <dgm:pt modelId="{BD67EB14-9DB7-488E-8413-4AB36158D7EA}" type="pres">
      <dgm:prSet presAssocID="{44B8650F-B98D-48EA-BB0C-E3CD6CD4B384}" presName="composite" presStyleCnt="0"/>
      <dgm:spPr/>
    </dgm:pt>
    <dgm:pt modelId="{907AD12C-07B1-4838-A29D-B10624EAB9C0}" type="pres">
      <dgm:prSet presAssocID="{44B8650F-B98D-48EA-BB0C-E3CD6CD4B384}" presName="imgShp" presStyleLbl="fgImgPlace1" presStyleIdx="1" presStyleCnt="2" custLinFactNeighborX="-7062" custLinFactNeighborY="-547"/>
      <dgm:spPr>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87437" t="3885" r="1437" b="-3885"/>
          </a:stretch>
        </a:blipFill>
      </dgm:spPr>
    </dgm:pt>
    <dgm:pt modelId="{DF2598C4-9A43-460E-9523-AFA890A4986E}" type="pres">
      <dgm:prSet presAssocID="{44B8650F-B98D-48EA-BB0C-E3CD6CD4B384}" presName="txShp" presStyleLbl="node1" presStyleIdx="1" presStyleCnt="2">
        <dgm:presLayoutVars>
          <dgm:bulletEnabled val="1"/>
        </dgm:presLayoutVars>
      </dgm:prSet>
      <dgm:spPr/>
    </dgm:pt>
  </dgm:ptLst>
  <dgm:cxnLst>
    <dgm:cxn modelId="{BB3E3641-921A-450A-BA6E-D1F60CEDDFE1}" srcId="{080D9D4C-B8FD-4889-B392-375F61351BAF}" destId="{084AC29A-5DFA-4C18-8C39-73173A55F674}" srcOrd="0" destOrd="0" parTransId="{D34E25A9-0826-42BF-9FAB-7FD099348EA6}" sibTransId="{1818F5B6-9D6B-4171-B6DB-EE90D820879C}"/>
    <dgm:cxn modelId="{C23C2ECB-A192-40B4-89DA-8D8076B3E16F}" type="presOf" srcId="{080D9D4C-B8FD-4889-B392-375F61351BAF}" destId="{3DB4F855-BA86-40A6-BB9C-5EC1E8B9469A}" srcOrd="0" destOrd="0" presId="urn:microsoft.com/office/officeart/2005/8/layout/vList3"/>
    <dgm:cxn modelId="{555ECEE8-B1D9-43AF-B364-81B2DEA3D7EE}" srcId="{080D9D4C-B8FD-4889-B392-375F61351BAF}" destId="{44B8650F-B98D-48EA-BB0C-E3CD6CD4B384}" srcOrd="1" destOrd="0" parTransId="{A01FF377-EEB8-4AEC-8A4A-9C76B729C05F}" sibTransId="{1BC95D53-1258-4635-9CA1-6705FC008B59}"/>
    <dgm:cxn modelId="{1A92D0F6-C08F-488C-9BE8-CED9A4771BB9}" type="presOf" srcId="{44B8650F-B98D-48EA-BB0C-E3CD6CD4B384}" destId="{DF2598C4-9A43-460E-9523-AFA890A4986E}" srcOrd="0" destOrd="0" presId="urn:microsoft.com/office/officeart/2005/8/layout/vList3"/>
    <dgm:cxn modelId="{B1DED5FD-A0EC-4E19-8B32-494735516EED}" type="presOf" srcId="{084AC29A-5DFA-4C18-8C39-73173A55F674}" destId="{F3173546-C312-4DA8-88CF-9819DD3D0596}" srcOrd="0" destOrd="0" presId="urn:microsoft.com/office/officeart/2005/8/layout/vList3"/>
    <dgm:cxn modelId="{BB3F0113-C3AA-42CF-A03C-6EC7BD1070E2}" type="presParOf" srcId="{3DB4F855-BA86-40A6-BB9C-5EC1E8B9469A}" destId="{76DB93AD-701C-4520-9D4D-E08C8900CA5B}" srcOrd="0" destOrd="0" presId="urn:microsoft.com/office/officeart/2005/8/layout/vList3"/>
    <dgm:cxn modelId="{5E0F39C6-22F4-4C55-9750-0A14998A43FF}" type="presParOf" srcId="{76DB93AD-701C-4520-9D4D-E08C8900CA5B}" destId="{400B87DF-C480-445F-8C19-8CB8975E9B45}" srcOrd="0" destOrd="0" presId="urn:microsoft.com/office/officeart/2005/8/layout/vList3"/>
    <dgm:cxn modelId="{BC9E9456-3A45-4B61-AA5D-306150675707}" type="presParOf" srcId="{76DB93AD-701C-4520-9D4D-E08C8900CA5B}" destId="{F3173546-C312-4DA8-88CF-9819DD3D0596}" srcOrd="1" destOrd="0" presId="urn:microsoft.com/office/officeart/2005/8/layout/vList3"/>
    <dgm:cxn modelId="{2C83C7E8-6F4A-4467-A138-9D3ED7B0D18D}" type="presParOf" srcId="{3DB4F855-BA86-40A6-BB9C-5EC1E8B9469A}" destId="{3751F939-088C-46CA-A412-AF24C56CD647}" srcOrd="1" destOrd="0" presId="urn:microsoft.com/office/officeart/2005/8/layout/vList3"/>
    <dgm:cxn modelId="{535DE53B-5A82-47E2-ACCB-50E571C48B9C}" type="presParOf" srcId="{3DB4F855-BA86-40A6-BB9C-5EC1E8B9469A}" destId="{BD67EB14-9DB7-488E-8413-4AB36158D7EA}" srcOrd="2" destOrd="0" presId="urn:microsoft.com/office/officeart/2005/8/layout/vList3"/>
    <dgm:cxn modelId="{60497517-777B-44BB-ABD4-624487DB5B45}" type="presParOf" srcId="{BD67EB14-9DB7-488E-8413-4AB36158D7EA}" destId="{907AD12C-07B1-4838-A29D-B10624EAB9C0}" srcOrd="0" destOrd="0" presId="urn:microsoft.com/office/officeart/2005/8/layout/vList3"/>
    <dgm:cxn modelId="{6BFBD0F8-F378-4507-95C5-73DA17B16652}" type="presParOf" srcId="{BD67EB14-9DB7-488E-8413-4AB36158D7EA}" destId="{DF2598C4-9A43-460E-9523-AFA890A4986E}"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513CB6D-0CB9-4817-8A69-9AA74BACD7DA}" type="doc">
      <dgm:prSet loTypeId="urn:microsoft.com/office/officeart/2005/8/layout/chevron1" loCatId="process" qsTypeId="urn:microsoft.com/office/officeart/2005/8/quickstyle/simple1" qsCatId="simple" csTypeId="urn:microsoft.com/office/officeart/2005/8/colors/colorful3" csCatId="colorful" phldr="1"/>
      <dgm:spPr/>
    </dgm:pt>
    <dgm:pt modelId="{42E28338-41CB-42A6-A95B-518816FFAC17}" type="pres">
      <dgm:prSet presAssocID="{2513CB6D-0CB9-4817-8A69-9AA74BACD7DA}" presName="Name0" presStyleCnt="0">
        <dgm:presLayoutVars>
          <dgm:dir/>
          <dgm:animLvl val="lvl"/>
          <dgm:resizeHandles val="exact"/>
        </dgm:presLayoutVars>
      </dgm:prSet>
      <dgm:spPr/>
    </dgm:pt>
  </dgm:ptLst>
  <dgm:cxnLst>
    <dgm:cxn modelId="{76DFF94E-DEDD-4F17-9D32-D7F47BCAB52B}" type="presOf" srcId="{2513CB6D-0CB9-4817-8A69-9AA74BACD7DA}" destId="{42E28338-41CB-42A6-A95B-518816FFAC17}" srcOrd="0"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513CB6D-0CB9-4817-8A69-9AA74BACD7DA}" type="doc">
      <dgm:prSet loTypeId="urn:microsoft.com/office/officeart/2005/8/layout/chevron1" loCatId="process" qsTypeId="urn:microsoft.com/office/officeart/2005/8/quickstyle/simple1" qsCatId="simple" csTypeId="urn:microsoft.com/office/officeart/2005/8/colors/colorful3" csCatId="colorful" phldr="1"/>
      <dgm:spPr/>
    </dgm:pt>
    <dgm:pt modelId="{C214FCCC-3731-4532-940C-FAF72CD99B97}">
      <dgm:prSet phldrT="[Text]"/>
      <dgm:spPr>
        <a:solidFill>
          <a:schemeClr val="accent3">
            <a:hueOff val="0"/>
            <a:satOff val="0"/>
            <a:lumOff val="0"/>
            <a:alpha val="50000"/>
          </a:schemeClr>
        </a:solidFill>
      </dgm:spPr>
      <dgm:t>
        <a:bodyPr/>
        <a:lstStyle/>
        <a:p>
          <a:r>
            <a:rPr lang="en-IN" dirty="0"/>
            <a:t>Input Creation</a:t>
          </a:r>
          <a:endParaRPr lang="en-US" dirty="0"/>
        </a:p>
      </dgm:t>
    </dgm:pt>
    <dgm:pt modelId="{28C24FF0-611D-4D6D-A4DC-0CCECBEB3E6D}" type="sibTrans" cxnId="{704B00A6-29DB-4999-AA80-8AE42FE58A4E}">
      <dgm:prSet/>
      <dgm:spPr/>
      <dgm:t>
        <a:bodyPr/>
        <a:lstStyle/>
        <a:p>
          <a:endParaRPr lang="en-US"/>
        </a:p>
      </dgm:t>
    </dgm:pt>
    <dgm:pt modelId="{93334DD0-E84F-421A-983D-13060AD2CF5B}" type="parTrans" cxnId="{704B00A6-29DB-4999-AA80-8AE42FE58A4E}">
      <dgm:prSet/>
      <dgm:spPr/>
      <dgm:t>
        <a:bodyPr/>
        <a:lstStyle/>
        <a:p>
          <a:endParaRPr lang="en-US"/>
        </a:p>
      </dgm:t>
    </dgm:pt>
    <dgm:pt modelId="{A426AD63-11BB-4C4D-89FE-2984EBF92CF6}">
      <dgm:prSet phldrT="[Text]"/>
      <dgm:spPr>
        <a:solidFill>
          <a:schemeClr val="accent3">
            <a:hueOff val="1061388"/>
            <a:satOff val="-972"/>
            <a:lumOff val="-3961"/>
            <a:alpha val="50000"/>
          </a:schemeClr>
        </a:solidFill>
      </dgm:spPr>
      <dgm:t>
        <a:bodyPr/>
        <a:lstStyle/>
        <a:p>
          <a:r>
            <a:rPr lang="en-IN" dirty="0"/>
            <a:t>Pre Period Identification</a:t>
          </a:r>
          <a:endParaRPr lang="en-US" dirty="0"/>
        </a:p>
      </dgm:t>
    </dgm:pt>
    <dgm:pt modelId="{E99493CD-FB1A-4AC7-B705-F26814CFAC68}" type="sibTrans" cxnId="{C8574AC3-8F18-4FAD-9ACE-6EA8C1EFFAF0}">
      <dgm:prSet/>
      <dgm:spPr/>
      <dgm:t>
        <a:bodyPr/>
        <a:lstStyle/>
        <a:p>
          <a:endParaRPr lang="en-US"/>
        </a:p>
      </dgm:t>
    </dgm:pt>
    <dgm:pt modelId="{9B8E1583-330A-46B4-BC49-23E0864F4A04}" type="parTrans" cxnId="{C8574AC3-8F18-4FAD-9ACE-6EA8C1EFFAF0}">
      <dgm:prSet/>
      <dgm:spPr/>
      <dgm:t>
        <a:bodyPr/>
        <a:lstStyle/>
        <a:p>
          <a:endParaRPr lang="en-US"/>
        </a:p>
      </dgm:t>
    </dgm:pt>
    <dgm:pt modelId="{908C0F31-B4E4-4C5C-A782-B2F1E2DA1FAF}">
      <dgm:prSet phldrT="[Text]"/>
      <dgm:spPr>
        <a:solidFill>
          <a:schemeClr val="accent3">
            <a:hueOff val="2122777"/>
            <a:satOff val="-1944"/>
            <a:lumOff val="-7922"/>
            <a:alpha val="50000"/>
          </a:schemeClr>
        </a:solidFill>
      </dgm:spPr>
      <dgm:t>
        <a:bodyPr/>
        <a:lstStyle/>
        <a:p>
          <a:r>
            <a:rPr lang="en-IN" dirty="0"/>
            <a:t>Outlier Removal</a:t>
          </a:r>
          <a:endParaRPr lang="en-US" dirty="0"/>
        </a:p>
      </dgm:t>
    </dgm:pt>
    <dgm:pt modelId="{A7A8FE16-2743-48B7-9CBC-B056733BC085}" type="sibTrans" cxnId="{1A2BA8C4-E94D-4819-9AF0-DE641F145750}">
      <dgm:prSet/>
      <dgm:spPr/>
      <dgm:t>
        <a:bodyPr/>
        <a:lstStyle/>
        <a:p>
          <a:endParaRPr lang="en-US"/>
        </a:p>
      </dgm:t>
    </dgm:pt>
    <dgm:pt modelId="{A992A810-A46F-4F6C-9E7E-EA590FF7479B}" type="parTrans" cxnId="{1A2BA8C4-E94D-4819-9AF0-DE641F145750}">
      <dgm:prSet/>
      <dgm:spPr/>
      <dgm:t>
        <a:bodyPr/>
        <a:lstStyle/>
        <a:p>
          <a:endParaRPr lang="en-US"/>
        </a:p>
      </dgm:t>
    </dgm:pt>
    <dgm:pt modelId="{758D8433-4610-496F-8283-AE8EB7DC8222}">
      <dgm:prSet phldrT="[Text]"/>
      <dgm:spPr>
        <a:solidFill>
          <a:srgbClr val="9E7800"/>
        </a:solidFill>
        <a:ln w="57150"/>
      </dgm:spPr>
      <dgm:t>
        <a:bodyPr/>
        <a:lstStyle/>
        <a:p>
          <a:r>
            <a:rPr lang="en-IN" b="1" u="sng" dirty="0"/>
            <a:t>Sample Size Selection</a:t>
          </a:r>
          <a:endParaRPr lang="en-US" b="1" u="sng" dirty="0"/>
        </a:p>
      </dgm:t>
    </dgm:pt>
    <dgm:pt modelId="{5E47882B-613C-4CC2-B7CA-AD2A2EA67220}" type="sibTrans" cxnId="{B91AAD91-5DCC-485F-A999-979F58C546CA}">
      <dgm:prSet/>
      <dgm:spPr/>
      <dgm:t>
        <a:bodyPr/>
        <a:lstStyle/>
        <a:p>
          <a:endParaRPr lang="en-US"/>
        </a:p>
      </dgm:t>
    </dgm:pt>
    <dgm:pt modelId="{A6F6595D-1DF5-40E7-B487-47C13BCC3A4E}" type="parTrans" cxnId="{B91AAD91-5DCC-485F-A999-979F58C546CA}">
      <dgm:prSet/>
      <dgm:spPr/>
      <dgm:t>
        <a:bodyPr/>
        <a:lstStyle/>
        <a:p>
          <a:endParaRPr lang="en-US"/>
        </a:p>
      </dgm:t>
    </dgm:pt>
    <dgm:pt modelId="{3077A436-2E05-4998-B7E5-D218EF9B7F80}">
      <dgm:prSet phldrT="[Text]"/>
      <dgm:spPr>
        <a:solidFill>
          <a:schemeClr val="accent3">
            <a:hueOff val="5306942"/>
            <a:satOff val="-4860"/>
            <a:lumOff val="-19804"/>
            <a:alpha val="50000"/>
          </a:schemeClr>
        </a:solidFill>
      </dgm:spPr>
      <dgm:t>
        <a:bodyPr/>
        <a:lstStyle/>
        <a:p>
          <a:r>
            <a:rPr lang="en-IN" dirty="0"/>
            <a:t>Uplift Calculation</a:t>
          </a:r>
          <a:endParaRPr lang="en-US" dirty="0"/>
        </a:p>
      </dgm:t>
    </dgm:pt>
    <dgm:pt modelId="{56441975-661D-40E9-9930-16A0D4898AE4}" type="sibTrans" cxnId="{354039E8-AB24-419A-A5A4-A0D7ED77FBF8}">
      <dgm:prSet/>
      <dgm:spPr/>
      <dgm:t>
        <a:bodyPr/>
        <a:lstStyle/>
        <a:p>
          <a:endParaRPr lang="en-US"/>
        </a:p>
      </dgm:t>
    </dgm:pt>
    <dgm:pt modelId="{6F936EF5-9243-4250-92E7-8075A65470D3}" type="parTrans" cxnId="{354039E8-AB24-419A-A5A4-A0D7ED77FBF8}">
      <dgm:prSet/>
      <dgm:spPr/>
      <dgm:t>
        <a:bodyPr/>
        <a:lstStyle/>
        <a:p>
          <a:endParaRPr lang="en-US"/>
        </a:p>
      </dgm:t>
    </dgm:pt>
    <dgm:pt modelId="{42E28338-41CB-42A6-A95B-518816FFAC17}" type="pres">
      <dgm:prSet presAssocID="{2513CB6D-0CB9-4817-8A69-9AA74BACD7DA}" presName="Name0" presStyleCnt="0">
        <dgm:presLayoutVars>
          <dgm:dir/>
          <dgm:animLvl val="lvl"/>
          <dgm:resizeHandles val="exact"/>
        </dgm:presLayoutVars>
      </dgm:prSet>
      <dgm:spPr/>
    </dgm:pt>
    <dgm:pt modelId="{A7B85BF8-B81D-4204-96FE-40706948B5FD}" type="pres">
      <dgm:prSet presAssocID="{C214FCCC-3731-4532-940C-FAF72CD99B97}" presName="parTxOnly" presStyleLbl="node1" presStyleIdx="0" presStyleCnt="5">
        <dgm:presLayoutVars>
          <dgm:chMax val="0"/>
          <dgm:chPref val="0"/>
          <dgm:bulletEnabled val="1"/>
        </dgm:presLayoutVars>
      </dgm:prSet>
      <dgm:spPr/>
    </dgm:pt>
    <dgm:pt modelId="{C29CD975-6A4D-44C7-B8B6-F2233D32FC5F}" type="pres">
      <dgm:prSet presAssocID="{28C24FF0-611D-4D6D-A4DC-0CCECBEB3E6D}" presName="parTxOnlySpace" presStyleCnt="0"/>
      <dgm:spPr/>
    </dgm:pt>
    <dgm:pt modelId="{1A460CEB-E2A7-422F-ABDF-9F4A489154C7}" type="pres">
      <dgm:prSet presAssocID="{A426AD63-11BB-4C4D-89FE-2984EBF92CF6}" presName="parTxOnly" presStyleLbl="node1" presStyleIdx="1" presStyleCnt="5">
        <dgm:presLayoutVars>
          <dgm:chMax val="0"/>
          <dgm:chPref val="0"/>
          <dgm:bulletEnabled val="1"/>
        </dgm:presLayoutVars>
      </dgm:prSet>
      <dgm:spPr/>
    </dgm:pt>
    <dgm:pt modelId="{E06BEB70-5CB1-473E-BBCF-74762B3F95FE}" type="pres">
      <dgm:prSet presAssocID="{E99493CD-FB1A-4AC7-B705-F26814CFAC68}" presName="parTxOnlySpace" presStyleCnt="0"/>
      <dgm:spPr/>
    </dgm:pt>
    <dgm:pt modelId="{5B56C520-9EEC-4933-97A9-E35CD7C2DFB9}" type="pres">
      <dgm:prSet presAssocID="{908C0F31-B4E4-4C5C-A782-B2F1E2DA1FAF}" presName="parTxOnly" presStyleLbl="node1" presStyleIdx="2" presStyleCnt="5">
        <dgm:presLayoutVars>
          <dgm:chMax val="0"/>
          <dgm:chPref val="0"/>
          <dgm:bulletEnabled val="1"/>
        </dgm:presLayoutVars>
      </dgm:prSet>
      <dgm:spPr/>
    </dgm:pt>
    <dgm:pt modelId="{7FEA3361-33F6-4F4B-A60E-E6224F170415}" type="pres">
      <dgm:prSet presAssocID="{A7A8FE16-2743-48B7-9CBC-B056733BC085}" presName="parTxOnlySpace" presStyleCnt="0"/>
      <dgm:spPr/>
    </dgm:pt>
    <dgm:pt modelId="{BDB58C99-3F14-4B9C-967B-F716ADF27808}" type="pres">
      <dgm:prSet presAssocID="{758D8433-4610-496F-8283-AE8EB7DC8222}" presName="parTxOnly" presStyleLbl="node1" presStyleIdx="3" presStyleCnt="5" custLinFactNeighborY="-959">
        <dgm:presLayoutVars>
          <dgm:chMax val="0"/>
          <dgm:chPref val="0"/>
          <dgm:bulletEnabled val="1"/>
        </dgm:presLayoutVars>
      </dgm:prSet>
      <dgm:spPr/>
    </dgm:pt>
    <dgm:pt modelId="{3F141B74-A603-4A28-8D5E-5BE424AE246D}" type="pres">
      <dgm:prSet presAssocID="{5E47882B-613C-4CC2-B7CA-AD2A2EA67220}" presName="parTxOnlySpace" presStyleCnt="0"/>
      <dgm:spPr/>
    </dgm:pt>
    <dgm:pt modelId="{2C532804-1642-4037-86EE-B91A2613DF34}" type="pres">
      <dgm:prSet presAssocID="{3077A436-2E05-4998-B7E5-D218EF9B7F80}" presName="parTxOnly" presStyleLbl="node1" presStyleIdx="4" presStyleCnt="5" custLinFactNeighborY="959">
        <dgm:presLayoutVars>
          <dgm:chMax val="0"/>
          <dgm:chPref val="0"/>
          <dgm:bulletEnabled val="1"/>
        </dgm:presLayoutVars>
      </dgm:prSet>
      <dgm:spPr/>
    </dgm:pt>
  </dgm:ptLst>
  <dgm:cxnLst>
    <dgm:cxn modelId="{3EF5DE5E-38B0-40BF-B546-BF736684F5BB}" type="presOf" srcId="{C214FCCC-3731-4532-940C-FAF72CD99B97}" destId="{A7B85BF8-B81D-4204-96FE-40706948B5FD}" srcOrd="0" destOrd="0" presId="urn:microsoft.com/office/officeart/2005/8/layout/chevron1"/>
    <dgm:cxn modelId="{76DFF94E-DEDD-4F17-9D32-D7F47BCAB52B}" type="presOf" srcId="{2513CB6D-0CB9-4817-8A69-9AA74BACD7DA}" destId="{42E28338-41CB-42A6-A95B-518816FFAC17}" srcOrd="0" destOrd="0" presId="urn:microsoft.com/office/officeart/2005/8/layout/chevron1"/>
    <dgm:cxn modelId="{4A83B072-39DB-43A6-8F9C-A230E71DDBBB}" type="presOf" srcId="{758D8433-4610-496F-8283-AE8EB7DC8222}" destId="{BDB58C99-3F14-4B9C-967B-F716ADF27808}" srcOrd="0" destOrd="0" presId="urn:microsoft.com/office/officeart/2005/8/layout/chevron1"/>
    <dgm:cxn modelId="{E3D2E758-3C75-481C-85A0-13355C3FABED}" type="presOf" srcId="{3077A436-2E05-4998-B7E5-D218EF9B7F80}" destId="{2C532804-1642-4037-86EE-B91A2613DF34}" srcOrd="0" destOrd="0" presId="urn:microsoft.com/office/officeart/2005/8/layout/chevron1"/>
    <dgm:cxn modelId="{5D19C07E-01A8-4607-8FAA-E50D9291A597}" type="presOf" srcId="{908C0F31-B4E4-4C5C-A782-B2F1E2DA1FAF}" destId="{5B56C520-9EEC-4933-97A9-E35CD7C2DFB9}" srcOrd="0" destOrd="0" presId="urn:microsoft.com/office/officeart/2005/8/layout/chevron1"/>
    <dgm:cxn modelId="{B91AAD91-5DCC-485F-A999-979F58C546CA}" srcId="{2513CB6D-0CB9-4817-8A69-9AA74BACD7DA}" destId="{758D8433-4610-496F-8283-AE8EB7DC8222}" srcOrd="3" destOrd="0" parTransId="{A6F6595D-1DF5-40E7-B487-47C13BCC3A4E}" sibTransId="{5E47882B-613C-4CC2-B7CA-AD2A2EA67220}"/>
    <dgm:cxn modelId="{704B00A6-29DB-4999-AA80-8AE42FE58A4E}" srcId="{2513CB6D-0CB9-4817-8A69-9AA74BACD7DA}" destId="{C214FCCC-3731-4532-940C-FAF72CD99B97}" srcOrd="0" destOrd="0" parTransId="{93334DD0-E84F-421A-983D-13060AD2CF5B}" sibTransId="{28C24FF0-611D-4D6D-A4DC-0CCECBEB3E6D}"/>
    <dgm:cxn modelId="{C460E3BB-D5C6-4AE4-9155-C0EAFDB5041B}" type="presOf" srcId="{A426AD63-11BB-4C4D-89FE-2984EBF92CF6}" destId="{1A460CEB-E2A7-422F-ABDF-9F4A489154C7}" srcOrd="0" destOrd="0" presId="urn:microsoft.com/office/officeart/2005/8/layout/chevron1"/>
    <dgm:cxn modelId="{C8574AC3-8F18-4FAD-9ACE-6EA8C1EFFAF0}" srcId="{2513CB6D-0CB9-4817-8A69-9AA74BACD7DA}" destId="{A426AD63-11BB-4C4D-89FE-2984EBF92CF6}" srcOrd="1" destOrd="0" parTransId="{9B8E1583-330A-46B4-BC49-23E0864F4A04}" sibTransId="{E99493CD-FB1A-4AC7-B705-F26814CFAC68}"/>
    <dgm:cxn modelId="{1A2BA8C4-E94D-4819-9AF0-DE641F145750}" srcId="{2513CB6D-0CB9-4817-8A69-9AA74BACD7DA}" destId="{908C0F31-B4E4-4C5C-A782-B2F1E2DA1FAF}" srcOrd="2" destOrd="0" parTransId="{A992A810-A46F-4F6C-9E7E-EA590FF7479B}" sibTransId="{A7A8FE16-2743-48B7-9CBC-B056733BC085}"/>
    <dgm:cxn modelId="{354039E8-AB24-419A-A5A4-A0D7ED77FBF8}" srcId="{2513CB6D-0CB9-4817-8A69-9AA74BACD7DA}" destId="{3077A436-2E05-4998-B7E5-D218EF9B7F80}" srcOrd="4" destOrd="0" parTransId="{6F936EF5-9243-4250-92E7-8075A65470D3}" sibTransId="{56441975-661D-40E9-9930-16A0D4898AE4}"/>
    <dgm:cxn modelId="{013C8141-CD91-47DB-A8E5-F0E16B6AB58F}" type="presParOf" srcId="{42E28338-41CB-42A6-A95B-518816FFAC17}" destId="{A7B85BF8-B81D-4204-96FE-40706948B5FD}" srcOrd="0" destOrd="0" presId="urn:microsoft.com/office/officeart/2005/8/layout/chevron1"/>
    <dgm:cxn modelId="{40DD999D-49A3-4CCF-AF74-A0239DF83D5E}" type="presParOf" srcId="{42E28338-41CB-42A6-A95B-518816FFAC17}" destId="{C29CD975-6A4D-44C7-B8B6-F2233D32FC5F}" srcOrd="1" destOrd="0" presId="urn:microsoft.com/office/officeart/2005/8/layout/chevron1"/>
    <dgm:cxn modelId="{05C227FE-BEF7-4CF1-9B10-73A845E141BB}" type="presParOf" srcId="{42E28338-41CB-42A6-A95B-518816FFAC17}" destId="{1A460CEB-E2A7-422F-ABDF-9F4A489154C7}" srcOrd="2" destOrd="0" presId="urn:microsoft.com/office/officeart/2005/8/layout/chevron1"/>
    <dgm:cxn modelId="{837E41FD-FEEA-42A2-9A57-CF2E4C34ACD6}" type="presParOf" srcId="{42E28338-41CB-42A6-A95B-518816FFAC17}" destId="{E06BEB70-5CB1-473E-BBCF-74762B3F95FE}" srcOrd="3" destOrd="0" presId="urn:microsoft.com/office/officeart/2005/8/layout/chevron1"/>
    <dgm:cxn modelId="{C69F3749-5BFC-4A12-960A-42E4248C1165}" type="presParOf" srcId="{42E28338-41CB-42A6-A95B-518816FFAC17}" destId="{5B56C520-9EEC-4933-97A9-E35CD7C2DFB9}" srcOrd="4" destOrd="0" presId="urn:microsoft.com/office/officeart/2005/8/layout/chevron1"/>
    <dgm:cxn modelId="{B4FD5E59-A4DA-413F-ABAA-B388EE167F88}" type="presParOf" srcId="{42E28338-41CB-42A6-A95B-518816FFAC17}" destId="{7FEA3361-33F6-4F4B-A60E-E6224F170415}" srcOrd="5" destOrd="0" presId="urn:microsoft.com/office/officeart/2005/8/layout/chevron1"/>
    <dgm:cxn modelId="{B31040AC-007A-43F5-82AA-D981DF7CD024}" type="presParOf" srcId="{42E28338-41CB-42A6-A95B-518816FFAC17}" destId="{BDB58C99-3F14-4B9C-967B-F716ADF27808}" srcOrd="6" destOrd="0" presId="urn:microsoft.com/office/officeart/2005/8/layout/chevron1"/>
    <dgm:cxn modelId="{5A1E8A70-BCF2-4280-A6BB-D547E30559F5}" type="presParOf" srcId="{42E28338-41CB-42A6-A95B-518816FFAC17}" destId="{3F141B74-A603-4A28-8D5E-5BE424AE246D}" srcOrd="7" destOrd="0" presId="urn:microsoft.com/office/officeart/2005/8/layout/chevron1"/>
    <dgm:cxn modelId="{40510595-BED8-497F-BE80-5F99D717801F}" type="presParOf" srcId="{42E28338-41CB-42A6-A95B-518816FFAC17}" destId="{2C532804-1642-4037-86EE-B91A2613DF34}"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80D9D4C-B8FD-4889-B392-375F61351BAF}"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084AC29A-5DFA-4C18-8C39-73173A55F674}">
      <dgm:prSet/>
      <dgm:spPr/>
      <dgm:t>
        <a:bodyPr/>
        <a:lstStyle/>
        <a:p>
          <a:r>
            <a:rPr lang="en-US" dirty="0"/>
            <a:t>Basic </a:t>
          </a:r>
          <a:r>
            <a:rPr lang="en-US" dirty="0" err="1"/>
            <a:t>Ancova</a:t>
          </a:r>
          <a:r>
            <a:rPr lang="en-US" dirty="0"/>
            <a:t> Model</a:t>
          </a:r>
        </a:p>
      </dgm:t>
    </dgm:pt>
    <dgm:pt modelId="{D34E25A9-0826-42BF-9FAB-7FD099348EA6}" type="parTrans" cxnId="{BB3E3641-921A-450A-BA6E-D1F60CEDDFE1}">
      <dgm:prSet/>
      <dgm:spPr/>
      <dgm:t>
        <a:bodyPr/>
        <a:lstStyle/>
        <a:p>
          <a:endParaRPr lang="en-US"/>
        </a:p>
      </dgm:t>
    </dgm:pt>
    <dgm:pt modelId="{1818F5B6-9D6B-4171-B6DB-EE90D820879C}" type="sibTrans" cxnId="{BB3E3641-921A-450A-BA6E-D1F60CEDDFE1}">
      <dgm:prSet/>
      <dgm:spPr/>
      <dgm:t>
        <a:bodyPr/>
        <a:lstStyle/>
        <a:p>
          <a:endParaRPr lang="en-US"/>
        </a:p>
      </dgm:t>
    </dgm:pt>
    <dgm:pt modelId="{44B8650F-B98D-48EA-BB0C-E3CD6CD4B384}">
      <dgm:prSet/>
      <dgm:spPr/>
      <dgm:t>
        <a:bodyPr/>
        <a:lstStyle/>
        <a:p>
          <a:r>
            <a:rPr lang="en-US" dirty="0" err="1"/>
            <a:t>Ancova</a:t>
          </a:r>
          <a:r>
            <a:rPr lang="en-US" dirty="0"/>
            <a:t> Model with Interaction</a:t>
          </a:r>
        </a:p>
      </dgm:t>
    </dgm:pt>
    <dgm:pt modelId="{A01FF377-EEB8-4AEC-8A4A-9C76B729C05F}" type="parTrans" cxnId="{555ECEE8-B1D9-43AF-B364-81B2DEA3D7EE}">
      <dgm:prSet/>
      <dgm:spPr/>
      <dgm:t>
        <a:bodyPr/>
        <a:lstStyle/>
        <a:p>
          <a:endParaRPr lang="en-US"/>
        </a:p>
      </dgm:t>
    </dgm:pt>
    <dgm:pt modelId="{1BC95D53-1258-4635-9CA1-6705FC008B59}" type="sibTrans" cxnId="{555ECEE8-B1D9-43AF-B364-81B2DEA3D7EE}">
      <dgm:prSet/>
      <dgm:spPr/>
      <dgm:t>
        <a:bodyPr/>
        <a:lstStyle/>
        <a:p>
          <a:endParaRPr lang="en-US"/>
        </a:p>
      </dgm:t>
    </dgm:pt>
    <dgm:pt modelId="{067F850B-4F37-4D7D-A6EB-E71DAAFA64AD}">
      <dgm:prSet/>
      <dgm:spPr/>
      <dgm:t>
        <a:bodyPr/>
        <a:lstStyle/>
        <a:p>
          <a:r>
            <a:rPr lang="en-US"/>
            <a:t>Ancova model with extra-covariate segments, and it’s interaction terms</a:t>
          </a:r>
        </a:p>
      </dgm:t>
    </dgm:pt>
    <dgm:pt modelId="{1B1EA1C4-BE02-4F1B-AFC6-F5F5A7091CE2}" type="parTrans" cxnId="{04473178-8667-4BF0-8E53-140C29021D17}">
      <dgm:prSet/>
      <dgm:spPr/>
      <dgm:t>
        <a:bodyPr/>
        <a:lstStyle/>
        <a:p>
          <a:endParaRPr lang="en-US"/>
        </a:p>
      </dgm:t>
    </dgm:pt>
    <dgm:pt modelId="{4904336E-1668-4EAD-B327-852694170641}" type="sibTrans" cxnId="{04473178-8667-4BF0-8E53-140C29021D17}">
      <dgm:prSet/>
      <dgm:spPr/>
      <dgm:t>
        <a:bodyPr/>
        <a:lstStyle/>
        <a:p>
          <a:endParaRPr lang="en-US"/>
        </a:p>
      </dgm:t>
    </dgm:pt>
    <dgm:pt modelId="{A4789BD4-8BE6-41AD-BAFA-A55A954324DB}" type="pres">
      <dgm:prSet presAssocID="{080D9D4C-B8FD-4889-B392-375F61351BAF}" presName="linear" presStyleCnt="0">
        <dgm:presLayoutVars>
          <dgm:animLvl val="lvl"/>
          <dgm:resizeHandles val="exact"/>
        </dgm:presLayoutVars>
      </dgm:prSet>
      <dgm:spPr/>
    </dgm:pt>
    <dgm:pt modelId="{F76805C4-CBEC-41CA-8636-918C91CA1FC3}" type="pres">
      <dgm:prSet presAssocID="{084AC29A-5DFA-4C18-8C39-73173A55F674}" presName="parentText" presStyleLbl="node1" presStyleIdx="0" presStyleCnt="3">
        <dgm:presLayoutVars>
          <dgm:chMax val="0"/>
          <dgm:bulletEnabled val="1"/>
        </dgm:presLayoutVars>
      </dgm:prSet>
      <dgm:spPr/>
    </dgm:pt>
    <dgm:pt modelId="{DD61372C-8586-4B43-B0E6-83D3D999C8F6}" type="pres">
      <dgm:prSet presAssocID="{1818F5B6-9D6B-4171-B6DB-EE90D820879C}" presName="spacer" presStyleCnt="0"/>
      <dgm:spPr/>
    </dgm:pt>
    <dgm:pt modelId="{743E21F6-F62C-484A-92A9-825875BEBC10}" type="pres">
      <dgm:prSet presAssocID="{44B8650F-B98D-48EA-BB0C-E3CD6CD4B384}" presName="parentText" presStyleLbl="node1" presStyleIdx="1" presStyleCnt="3" custLinFactNeighborY="10079">
        <dgm:presLayoutVars>
          <dgm:chMax val="0"/>
          <dgm:bulletEnabled val="1"/>
        </dgm:presLayoutVars>
      </dgm:prSet>
      <dgm:spPr/>
    </dgm:pt>
    <dgm:pt modelId="{5D40DC29-B3CA-4644-94AE-3F45445DCB3F}" type="pres">
      <dgm:prSet presAssocID="{1BC95D53-1258-4635-9CA1-6705FC008B59}" presName="spacer" presStyleCnt="0"/>
      <dgm:spPr/>
    </dgm:pt>
    <dgm:pt modelId="{CA23F0E9-533B-420E-8D57-EADBA4047ACA}" type="pres">
      <dgm:prSet presAssocID="{067F850B-4F37-4D7D-A6EB-E71DAAFA64AD}" presName="parentText" presStyleLbl="node1" presStyleIdx="2" presStyleCnt="3">
        <dgm:presLayoutVars>
          <dgm:chMax val="0"/>
          <dgm:bulletEnabled val="1"/>
        </dgm:presLayoutVars>
      </dgm:prSet>
      <dgm:spPr/>
    </dgm:pt>
  </dgm:ptLst>
  <dgm:cxnLst>
    <dgm:cxn modelId="{BB3E3641-921A-450A-BA6E-D1F60CEDDFE1}" srcId="{080D9D4C-B8FD-4889-B392-375F61351BAF}" destId="{084AC29A-5DFA-4C18-8C39-73173A55F674}" srcOrd="0" destOrd="0" parTransId="{D34E25A9-0826-42BF-9FAB-7FD099348EA6}" sibTransId="{1818F5B6-9D6B-4171-B6DB-EE90D820879C}"/>
    <dgm:cxn modelId="{C17A044D-A726-46E4-B588-0016188B6D59}" type="presOf" srcId="{080D9D4C-B8FD-4889-B392-375F61351BAF}" destId="{A4789BD4-8BE6-41AD-BAFA-A55A954324DB}" srcOrd="0" destOrd="0" presId="urn:microsoft.com/office/officeart/2005/8/layout/vList2"/>
    <dgm:cxn modelId="{A8EB0376-5D12-4650-A3E5-5523ED120E81}" type="presOf" srcId="{44B8650F-B98D-48EA-BB0C-E3CD6CD4B384}" destId="{743E21F6-F62C-484A-92A9-825875BEBC10}" srcOrd="0" destOrd="0" presId="urn:microsoft.com/office/officeart/2005/8/layout/vList2"/>
    <dgm:cxn modelId="{04473178-8667-4BF0-8E53-140C29021D17}" srcId="{080D9D4C-B8FD-4889-B392-375F61351BAF}" destId="{067F850B-4F37-4D7D-A6EB-E71DAAFA64AD}" srcOrd="2" destOrd="0" parTransId="{1B1EA1C4-BE02-4F1B-AFC6-F5F5A7091CE2}" sibTransId="{4904336E-1668-4EAD-B327-852694170641}"/>
    <dgm:cxn modelId="{B7E8489E-975C-4D3C-9892-34B42799C776}" type="presOf" srcId="{084AC29A-5DFA-4C18-8C39-73173A55F674}" destId="{F76805C4-CBEC-41CA-8636-918C91CA1FC3}" srcOrd="0" destOrd="0" presId="urn:microsoft.com/office/officeart/2005/8/layout/vList2"/>
    <dgm:cxn modelId="{231EB8AB-320D-4998-B870-C2B47567E96B}" type="presOf" srcId="{067F850B-4F37-4D7D-A6EB-E71DAAFA64AD}" destId="{CA23F0E9-533B-420E-8D57-EADBA4047ACA}" srcOrd="0" destOrd="0" presId="urn:microsoft.com/office/officeart/2005/8/layout/vList2"/>
    <dgm:cxn modelId="{555ECEE8-B1D9-43AF-B364-81B2DEA3D7EE}" srcId="{080D9D4C-B8FD-4889-B392-375F61351BAF}" destId="{44B8650F-B98D-48EA-BB0C-E3CD6CD4B384}" srcOrd="1" destOrd="0" parTransId="{A01FF377-EEB8-4AEC-8A4A-9C76B729C05F}" sibTransId="{1BC95D53-1258-4635-9CA1-6705FC008B59}"/>
    <dgm:cxn modelId="{09073E93-1A98-4EF2-9B05-643E21DB1902}" type="presParOf" srcId="{A4789BD4-8BE6-41AD-BAFA-A55A954324DB}" destId="{F76805C4-CBEC-41CA-8636-918C91CA1FC3}" srcOrd="0" destOrd="0" presId="urn:microsoft.com/office/officeart/2005/8/layout/vList2"/>
    <dgm:cxn modelId="{9D36BBEA-F87E-48C7-9B6E-AD9906A6A5A6}" type="presParOf" srcId="{A4789BD4-8BE6-41AD-BAFA-A55A954324DB}" destId="{DD61372C-8586-4B43-B0E6-83D3D999C8F6}" srcOrd="1" destOrd="0" presId="urn:microsoft.com/office/officeart/2005/8/layout/vList2"/>
    <dgm:cxn modelId="{B463EA3C-A169-4BAA-BA4E-40AAC8DF7F54}" type="presParOf" srcId="{A4789BD4-8BE6-41AD-BAFA-A55A954324DB}" destId="{743E21F6-F62C-484A-92A9-825875BEBC10}" srcOrd="2" destOrd="0" presId="urn:microsoft.com/office/officeart/2005/8/layout/vList2"/>
    <dgm:cxn modelId="{78242EE2-6072-4B37-B02E-A98FF64669B6}" type="presParOf" srcId="{A4789BD4-8BE6-41AD-BAFA-A55A954324DB}" destId="{5D40DC29-B3CA-4644-94AE-3F45445DCB3F}" srcOrd="3" destOrd="0" presId="urn:microsoft.com/office/officeart/2005/8/layout/vList2"/>
    <dgm:cxn modelId="{10D31615-283B-4B85-A2B1-B76633C56CA6}" type="presParOf" srcId="{A4789BD4-8BE6-41AD-BAFA-A55A954324DB}" destId="{CA23F0E9-533B-420E-8D57-EADBA4047ACA}"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513CB6D-0CB9-4817-8A69-9AA74BACD7DA}" type="doc">
      <dgm:prSet loTypeId="urn:microsoft.com/office/officeart/2005/8/layout/chevron1" loCatId="process" qsTypeId="urn:microsoft.com/office/officeart/2005/8/quickstyle/simple1" qsCatId="simple" csTypeId="urn:microsoft.com/office/officeart/2005/8/colors/colorful3" csCatId="colorful" phldr="1"/>
      <dgm:spPr/>
    </dgm:pt>
    <dgm:pt modelId="{C214FCCC-3731-4532-940C-FAF72CD99B97}">
      <dgm:prSet phldrT="[Text]"/>
      <dgm:spPr>
        <a:solidFill>
          <a:schemeClr val="accent3">
            <a:hueOff val="0"/>
            <a:satOff val="0"/>
            <a:lumOff val="0"/>
            <a:alpha val="50000"/>
          </a:schemeClr>
        </a:solidFill>
      </dgm:spPr>
      <dgm:t>
        <a:bodyPr/>
        <a:lstStyle/>
        <a:p>
          <a:r>
            <a:rPr lang="en-IN" dirty="0"/>
            <a:t>Input Creation</a:t>
          </a:r>
          <a:endParaRPr lang="en-US" dirty="0"/>
        </a:p>
      </dgm:t>
    </dgm:pt>
    <dgm:pt modelId="{93334DD0-E84F-421A-983D-13060AD2CF5B}" type="parTrans" cxnId="{704B00A6-29DB-4999-AA80-8AE42FE58A4E}">
      <dgm:prSet/>
      <dgm:spPr/>
      <dgm:t>
        <a:bodyPr/>
        <a:lstStyle/>
        <a:p>
          <a:endParaRPr lang="en-US"/>
        </a:p>
      </dgm:t>
    </dgm:pt>
    <dgm:pt modelId="{28C24FF0-611D-4D6D-A4DC-0CCECBEB3E6D}" type="sibTrans" cxnId="{704B00A6-29DB-4999-AA80-8AE42FE58A4E}">
      <dgm:prSet/>
      <dgm:spPr/>
      <dgm:t>
        <a:bodyPr/>
        <a:lstStyle/>
        <a:p>
          <a:endParaRPr lang="en-US"/>
        </a:p>
      </dgm:t>
    </dgm:pt>
    <dgm:pt modelId="{A426AD63-11BB-4C4D-89FE-2984EBF92CF6}">
      <dgm:prSet phldrT="[Text]"/>
      <dgm:spPr>
        <a:solidFill>
          <a:schemeClr val="accent3">
            <a:hueOff val="1061388"/>
            <a:satOff val="-972"/>
            <a:lumOff val="-3961"/>
            <a:alpha val="50000"/>
          </a:schemeClr>
        </a:solidFill>
      </dgm:spPr>
      <dgm:t>
        <a:bodyPr/>
        <a:lstStyle/>
        <a:p>
          <a:r>
            <a:rPr lang="en-IN" dirty="0"/>
            <a:t>Pre Period Identification</a:t>
          </a:r>
          <a:endParaRPr lang="en-US" dirty="0"/>
        </a:p>
      </dgm:t>
    </dgm:pt>
    <dgm:pt modelId="{9B8E1583-330A-46B4-BC49-23E0864F4A04}" type="parTrans" cxnId="{C8574AC3-8F18-4FAD-9ACE-6EA8C1EFFAF0}">
      <dgm:prSet/>
      <dgm:spPr/>
      <dgm:t>
        <a:bodyPr/>
        <a:lstStyle/>
        <a:p>
          <a:endParaRPr lang="en-US"/>
        </a:p>
      </dgm:t>
    </dgm:pt>
    <dgm:pt modelId="{E99493CD-FB1A-4AC7-B705-F26814CFAC68}" type="sibTrans" cxnId="{C8574AC3-8F18-4FAD-9ACE-6EA8C1EFFAF0}">
      <dgm:prSet/>
      <dgm:spPr/>
      <dgm:t>
        <a:bodyPr/>
        <a:lstStyle/>
        <a:p>
          <a:endParaRPr lang="en-US"/>
        </a:p>
      </dgm:t>
    </dgm:pt>
    <dgm:pt modelId="{758D8433-4610-496F-8283-AE8EB7DC8222}">
      <dgm:prSet phldrT="[Text]"/>
      <dgm:spPr>
        <a:solidFill>
          <a:schemeClr val="accent3">
            <a:hueOff val="4245554"/>
            <a:satOff val="-3888"/>
            <a:lumOff val="-15843"/>
            <a:alpha val="50000"/>
          </a:schemeClr>
        </a:solidFill>
      </dgm:spPr>
      <dgm:t>
        <a:bodyPr/>
        <a:lstStyle/>
        <a:p>
          <a:r>
            <a:rPr lang="en-IN" dirty="0"/>
            <a:t>Sample Size Selection</a:t>
          </a:r>
          <a:endParaRPr lang="en-US" dirty="0"/>
        </a:p>
      </dgm:t>
    </dgm:pt>
    <dgm:pt modelId="{A6F6595D-1DF5-40E7-B487-47C13BCC3A4E}" type="parTrans" cxnId="{B91AAD91-5DCC-485F-A999-979F58C546CA}">
      <dgm:prSet/>
      <dgm:spPr/>
      <dgm:t>
        <a:bodyPr/>
        <a:lstStyle/>
        <a:p>
          <a:endParaRPr lang="en-US"/>
        </a:p>
      </dgm:t>
    </dgm:pt>
    <dgm:pt modelId="{5E47882B-613C-4CC2-B7CA-AD2A2EA67220}" type="sibTrans" cxnId="{B91AAD91-5DCC-485F-A999-979F58C546CA}">
      <dgm:prSet/>
      <dgm:spPr/>
      <dgm:t>
        <a:bodyPr/>
        <a:lstStyle/>
        <a:p>
          <a:endParaRPr lang="en-US"/>
        </a:p>
      </dgm:t>
    </dgm:pt>
    <dgm:pt modelId="{3077A436-2E05-4998-B7E5-D218EF9B7F80}">
      <dgm:prSet phldrT="[Text]"/>
      <dgm:spPr>
        <a:ln w="57150"/>
      </dgm:spPr>
      <dgm:t>
        <a:bodyPr/>
        <a:lstStyle/>
        <a:p>
          <a:r>
            <a:rPr lang="en-IN" b="1" u="sng" dirty="0"/>
            <a:t>Uplift Calculation</a:t>
          </a:r>
          <a:endParaRPr lang="en-US" b="1" u="sng" dirty="0"/>
        </a:p>
      </dgm:t>
    </dgm:pt>
    <dgm:pt modelId="{6F936EF5-9243-4250-92E7-8075A65470D3}" type="parTrans" cxnId="{354039E8-AB24-419A-A5A4-A0D7ED77FBF8}">
      <dgm:prSet/>
      <dgm:spPr/>
      <dgm:t>
        <a:bodyPr/>
        <a:lstStyle/>
        <a:p>
          <a:endParaRPr lang="en-US"/>
        </a:p>
      </dgm:t>
    </dgm:pt>
    <dgm:pt modelId="{56441975-661D-40E9-9930-16A0D4898AE4}" type="sibTrans" cxnId="{354039E8-AB24-419A-A5A4-A0D7ED77FBF8}">
      <dgm:prSet/>
      <dgm:spPr/>
      <dgm:t>
        <a:bodyPr/>
        <a:lstStyle/>
        <a:p>
          <a:endParaRPr lang="en-US"/>
        </a:p>
      </dgm:t>
    </dgm:pt>
    <dgm:pt modelId="{5D9CD9F7-0545-4F2C-A3EB-3C96D4D9F5B5}">
      <dgm:prSet phldrT="[Text]"/>
      <dgm:spPr>
        <a:solidFill>
          <a:schemeClr val="accent3">
            <a:hueOff val="2122777"/>
            <a:satOff val="-1944"/>
            <a:lumOff val="-7922"/>
            <a:alpha val="50000"/>
          </a:schemeClr>
        </a:solidFill>
      </dgm:spPr>
      <dgm:t>
        <a:bodyPr/>
        <a:lstStyle/>
        <a:p>
          <a:r>
            <a:rPr lang="en-IN" dirty="0"/>
            <a:t>Outlier Removal</a:t>
          </a:r>
          <a:endParaRPr lang="en-US" dirty="0"/>
        </a:p>
      </dgm:t>
    </dgm:pt>
    <dgm:pt modelId="{881CBD7C-BD7F-44B7-B53F-074D2A45951F}" type="parTrans" cxnId="{F315C02B-2DE2-4ED4-A41F-CBDFE4383802}">
      <dgm:prSet/>
      <dgm:spPr/>
      <dgm:t>
        <a:bodyPr/>
        <a:lstStyle/>
        <a:p>
          <a:endParaRPr lang="en-US"/>
        </a:p>
      </dgm:t>
    </dgm:pt>
    <dgm:pt modelId="{AFA2B823-79E8-4F36-9C16-85B238385698}" type="sibTrans" cxnId="{F315C02B-2DE2-4ED4-A41F-CBDFE4383802}">
      <dgm:prSet/>
      <dgm:spPr/>
      <dgm:t>
        <a:bodyPr/>
        <a:lstStyle/>
        <a:p>
          <a:endParaRPr lang="en-US"/>
        </a:p>
      </dgm:t>
    </dgm:pt>
    <dgm:pt modelId="{42E28338-41CB-42A6-A95B-518816FFAC17}" type="pres">
      <dgm:prSet presAssocID="{2513CB6D-0CB9-4817-8A69-9AA74BACD7DA}" presName="Name0" presStyleCnt="0">
        <dgm:presLayoutVars>
          <dgm:dir/>
          <dgm:animLvl val="lvl"/>
          <dgm:resizeHandles val="exact"/>
        </dgm:presLayoutVars>
      </dgm:prSet>
      <dgm:spPr/>
    </dgm:pt>
    <dgm:pt modelId="{A7B85BF8-B81D-4204-96FE-40706948B5FD}" type="pres">
      <dgm:prSet presAssocID="{C214FCCC-3731-4532-940C-FAF72CD99B97}" presName="parTxOnly" presStyleLbl="node1" presStyleIdx="0" presStyleCnt="5">
        <dgm:presLayoutVars>
          <dgm:chMax val="0"/>
          <dgm:chPref val="0"/>
          <dgm:bulletEnabled val="1"/>
        </dgm:presLayoutVars>
      </dgm:prSet>
      <dgm:spPr/>
    </dgm:pt>
    <dgm:pt modelId="{C29CD975-6A4D-44C7-B8B6-F2233D32FC5F}" type="pres">
      <dgm:prSet presAssocID="{28C24FF0-611D-4D6D-A4DC-0CCECBEB3E6D}" presName="parTxOnlySpace" presStyleCnt="0"/>
      <dgm:spPr/>
    </dgm:pt>
    <dgm:pt modelId="{1A460CEB-E2A7-422F-ABDF-9F4A489154C7}" type="pres">
      <dgm:prSet presAssocID="{A426AD63-11BB-4C4D-89FE-2984EBF92CF6}" presName="parTxOnly" presStyleLbl="node1" presStyleIdx="1" presStyleCnt="5">
        <dgm:presLayoutVars>
          <dgm:chMax val="0"/>
          <dgm:chPref val="0"/>
          <dgm:bulletEnabled val="1"/>
        </dgm:presLayoutVars>
      </dgm:prSet>
      <dgm:spPr/>
    </dgm:pt>
    <dgm:pt modelId="{E06BEB70-5CB1-473E-BBCF-74762B3F95FE}" type="pres">
      <dgm:prSet presAssocID="{E99493CD-FB1A-4AC7-B705-F26814CFAC68}" presName="parTxOnlySpace" presStyleCnt="0"/>
      <dgm:spPr/>
    </dgm:pt>
    <dgm:pt modelId="{3FE2C15D-CD85-43C1-B4CD-6F47C95B1974}" type="pres">
      <dgm:prSet presAssocID="{5D9CD9F7-0545-4F2C-A3EB-3C96D4D9F5B5}" presName="parTxOnly" presStyleLbl="node1" presStyleIdx="2" presStyleCnt="5">
        <dgm:presLayoutVars>
          <dgm:chMax val="0"/>
          <dgm:chPref val="0"/>
          <dgm:bulletEnabled val="1"/>
        </dgm:presLayoutVars>
      </dgm:prSet>
      <dgm:spPr/>
    </dgm:pt>
    <dgm:pt modelId="{2BB9700D-AFD1-4B13-B8CC-820C3CC024DA}" type="pres">
      <dgm:prSet presAssocID="{AFA2B823-79E8-4F36-9C16-85B238385698}" presName="parTxOnlySpace" presStyleCnt="0"/>
      <dgm:spPr/>
    </dgm:pt>
    <dgm:pt modelId="{BDB58C99-3F14-4B9C-967B-F716ADF27808}" type="pres">
      <dgm:prSet presAssocID="{758D8433-4610-496F-8283-AE8EB7DC8222}" presName="parTxOnly" presStyleLbl="node1" presStyleIdx="3" presStyleCnt="5">
        <dgm:presLayoutVars>
          <dgm:chMax val="0"/>
          <dgm:chPref val="0"/>
          <dgm:bulletEnabled val="1"/>
        </dgm:presLayoutVars>
      </dgm:prSet>
      <dgm:spPr/>
    </dgm:pt>
    <dgm:pt modelId="{3F141B74-A603-4A28-8D5E-5BE424AE246D}" type="pres">
      <dgm:prSet presAssocID="{5E47882B-613C-4CC2-B7CA-AD2A2EA67220}" presName="parTxOnlySpace" presStyleCnt="0"/>
      <dgm:spPr/>
    </dgm:pt>
    <dgm:pt modelId="{2C532804-1642-4037-86EE-B91A2613DF34}" type="pres">
      <dgm:prSet presAssocID="{3077A436-2E05-4998-B7E5-D218EF9B7F80}" presName="parTxOnly" presStyleLbl="node1" presStyleIdx="4" presStyleCnt="5">
        <dgm:presLayoutVars>
          <dgm:chMax val="0"/>
          <dgm:chPref val="0"/>
          <dgm:bulletEnabled val="1"/>
        </dgm:presLayoutVars>
      </dgm:prSet>
      <dgm:spPr/>
    </dgm:pt>
  </dgm:ptLst>
  <dgm:cxnLst>
    <dgm:cxn modelId="{488E7D2A-7C9C-488B-ACF0-008104DC70A6}" type="presOf" srcId="{5D9CD9F7-0545-4F2C-A3EB-3C96D4D9F5B5}" destId="{3FE2C15D-CD85-43C1-B4CD-6F47C95B1974}" srcOrd="0" destOrd="0" presId="urn:microsoft.com/office/officeart/2005/8/layout/chevron1"/>
    <dgm:cxn modelId="{F315C02B-2DE2-4ED4-A41F-CBDFE4383802}" srcId="{2513CB6D-0CB9-4817-8A69-9AA74BACD7DA}" destId="{5D9CD9F7-0545-4F2C-A3EB-3C96D4D9F5B5}" srcOrd="2" destOrd="0" parTransId="{881CBD7C-BD7F-44B7-B53F-074D2A45951F}" sibTransId="{AFA2B823-79E8-4F36-9C16-85B238385698}"/>
    <dgm:cxn modelId="{3EF5DE5E-38B0-40BF-B546-BF736684F5BB}" type="presOf" srcId="{C214FCCC-3731-4532-940C-FAF72CD99B97}" destId="{A7B85BF8-B81D-4204-96FE-40706948B5FD}" srcOrd="0" destOrd="0" presId="urn:microsoft.com/office/officeart/2005/8/layout/chevron1"/>
    <dgm:cxn modelId="{76DFF94E-DEDD-4F17-9D32-D7F47BCAB52B}" type="presOf" srcId="{2513CB6D-0CB9-4817-8A69-9AA74BACD7DA}" destId="{42E28338-41CB-42A6-A95B-518816FFAC17}" srcOrd="0" destOrd="0" presId="urn:microsoft.com/office/officeart/2005/8/layout/chevron1"/>
    <dgm:cxn modelId="{4A83B072-39DB-43A6-8F9C-A230E71DDBBB}" type="presOf" srcId="{758D8433-4610-496F-8283-AE8EB7DC8222}" destId="{BDB58C99-3F14-4B9C-967B-F716ADF27808}" srcOrd="0" destOrd="0" presId="urn:microsoft.com/office/officeart/2005/8/layout/chevron1"/>
    <dgm:cxn modelId="{E3D2E758-3C75-481C-85A0-13355C3FABED}" type="presOf" srcId="{3077A436-2E05-4998-B7E5-D218EF9B7F80}" destId="{2C532804-1642-4037-86EE-B91A2613DF34}" srcOrd="0" destOrd="0" presId="urn:microsoft.com/office/officeart/2005/8/layout/chevron1"/>
    <dgm:cxn modelId="{B91AAD91-5DCC-485F-A999-979F58C546CA}" srcId="{2513CB6D-0CB9-4817-8A69-9AA74BACD7DA}" destId="{758D8433-4610-496F-8283-AE8EB7DC8222}" srcOrd="3" destOrd="0" parTransId="{A6F6595D-1DF5-40E7-B487-47C13BCC3A4E}" sibTransId="{5E47882B-613C-4CC2-B7CA-AD2A2EA67220}"/>
    <dgm:cxn modelId="{704B00A6-29DB-4999-AA80-8AE42FE58A4E}" srcId="{2513CB6D-0CB9-4817-8A69-9AA74BACD7DA}" destId="{C214FCCC-3731-4532-940C-FAF72CD99B97}" srcOrd="0" destOrd="0" parTransId="{93334DD0-E84F-421A-983D-13060AD2CF5B}" sibTransId="{28C24FF0-611D-4D6D-A4DC-0CCECBEB3E6D}"/>
    <dgm:cxn modelId="{C460E3BB-D5C6-4AE4-9155-C0EAFDB5041B}" type="presOf" srcId="{A426AD63-11BB-4C4D-89FE-2984EBF92CF6}" destId="{1A460CEB-E2A7-422F-ABDF-9F4A489154C7}" srcOrd="0" destOrd="0" presId="urn:microsoft.com/office/officeart/2005/8/layout/chevron1"/>
    <dgm:cxn modelId="{C8574AC3-8F18-4FAD-9ACE-6EA8C1EFFAF0}" srcId="{2513CB6D-0CB9-4817-8A69-9AA74BACD7DA}" destId="{A426AD63-11BB-4C4D-89FE-2984EBF92CF6}" srcOrd="1" destOrd="0" parTransId="{9B8E1583-330A-46B4-BC49-23E0864F4A04}" sibTransId="{E99493CD-FB1A-4AC7-B705-F26814CFAC68}"/>
    <dgm:cxn modelId="{354039E8-AB24-419A-A5A4-A0D7ED77FBF8}" srcId="{2513CB6D-0CB9-4817-8A69-9AA74BACD7DA}" destId="{3077A436-2E05-4998-B7E5-D218EF9B7F80}" srcOrd="4" destOrd="0" parTransId="{6F936EF5-9243-4250-92E7-8075A65470D3}" sibTransId="{56441975-661D-40E9-9930-16A0D4898AE4}"/>
    <dgm:cxn modelId="{013C8141-CD91-47DB-A8E5-F0E16B6AB58F}" type="presParOf" srcId="{42E28338-41CB-42A6-A95B-518816FFAC17}" destId="{A7B85BF8-B81D-4204-96FE-40706948B5FD}" srcOrd="0" destOrd="0" presId="urn:microsoft.com/office/officeart/2005/8/layout/chevron1"/>
    <dgm:cxn modelId="{40DD999D-49A3-4CCF-AF74-A0239DF83D5E}" type="presParOf" srcId="{42E28338-41CB-42A6-A95B-518816FFAC17}" destId="{C29CD975-6A4D-44C7-B8B6-F2233D32FC5F}" srcOrd="1" destOrd="0" presId="urn:microsoft.com/office/officeart/2005/8/layout/chevron1"/>
    <dgm:cxn modelId="{05C227FE-BEF7-4CF1-9B10-73A845E141BB}" type="presParOf" srcId="{42E28338-41CB-42A6-A95B-518816FFAC17}" destId="{1A460CEB-E2A7-422F-ABDF-9F4A489154C7}" srcOrd="2" destOrd="0" presId="urn:microsoft.com/office/officeart/2005/8/layout/chevron1"/>
    <dgm:cxn modelId="{837E41FD-FEEA-42A2-9A57-CF2E4C34ACD6}" type="presParOf" srcId="{42E28338-41CB-42A6-A95B-518816FFAC17}" destId="{E06BEB70-5CB1-473E-BBCF-74762B3F95FE}" srcOrd="3" destOrd="0" presId="urn:microsoft.com/office/officeart/2005/8/layout/chevron1"/>
    <dgm:cxn modelId="{8F7334A8-1ABC-4B43-8A60-5114964FE7FB}" type="presParOf" srcId="{42E28338-41CB-42A6-A95B-518816FFAC17}" destId="{3FE2C15D-CD85-43C1-B4CD-6F47C95B1974}" srcOrd="4" destOrd="0" presId="urn:microsoft.com/office/officeart/2005/8/layout/chevron1"/>
    <dgm:cxn modelId="{EB14A7AF-5C98-4BC5-AF50-6F96268E26E7}" type="presParOf" srcId="{42E28338-41CB-42A6-A95B-518816FFAC17}" destId="{2BB9700D-AFD1-4B13-B8CC-820C3CC024DA}" srcOrd="5" destOrd="0" presId="urn:microsoft.com/office/officeart/2005/8/layout/chevron1"/>
    <dgm:cxn modelId="{B31040AC-007A-43F5-82AA-D981DF7CD024}" type="presParOf" srcId="{42E28338-41CB-42A6-A95B-518816FFAC17}" destId="{BDB58C99-3F14-4B9C-967B-F716ADF27808}" srcOrd="6" destOrd="0" presId="urn:microsoft.com/office/officeart/2005/8/layout/chevron1"/>
    <dgm:cxn modelId="{5A1E8A70-BCF2-4280-A6BB-D547E30559F5}" type="presParOf" srcId="{42E28338-41CB-42A6-A95B-518816FFAC17}" destId="{3F141B74-A603-4A28-8D5E-5BE424AE246D}" srcOrd="7" destOrd="0" presId="urn:microsoft.com/office/officeart/2005/8/layout/chevron1"/>
    <dgm:cxn modelId="{40510595-BED8-497F-BE80-5F99D717801F}" type="presParOf" srcId="{42E28338-41CB-42A6-A95B-518816FFAC17}" destId="{2C532804-1642-4037-86EE-B91A2613DF34}"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C37C9C0-81A3-4E3E-9F7E-74C03EBE741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649C66B-664B-4B58-9216-8FCCF4E4B87B}">
      <dgm:prSet/>
      <dgm:spPr/>
      <dgm:t>
        <a:bodyPr/>
        <a:lstStyle/>
        <a:p>
          <a:r>
            <a:rPr lang="en-IN" baseline="0" dirty="0"/>
            <a:t>Less variation in Uplift number for similar campaigns</a:t>
          </a:r>
          <a:endParaRPr lang="en-US" dirty="0"/>
        </a:p>
      </dgm:t>
    </dgm:pt>
    <dgm:pt modelId="{A73C2995-90D1-4B5A-84E2-2F5E425AA63B}" type="parTrans" cxnId="{502F478D-E82E-4387-915D-069A80EA480F}">
      <dgm:prSet/>
      <dgm:spPr/>
      <dgm:t>
        <a:bodyPr/>
        <a:lstStyle/>
        <a:p>
          <a:endParaRPr lang="en-US"/>
        </a:p>
      </dgm:t>
    </dgm:pt>
    <dgm:pt modelId="{BCAE4BC7-E1C4-410D-B596-19C8AB909197}" type="sibTrans" cxnId="{502F478D-E82E-4387-915D-069A80EA480F}">
      <dgm:prSet/>
      <dgm:spPr/>
      <dgm:t>
        <a:bodyPr/>
        <a:lstStyle/>
        <a:p>
          <a:endParaRPr lang="en-US"/>
        </a:p>
      </dgm:t>
    </dgm:pt>
    <dgm:pt modelId="{02C16575-2D23-4630-9EBB-0BD9D246CEB7}">
      <dgm:prSet/>
      <dgm:spPr/>
      <dgm:t>
        <a:bodyPr/>
        <a:lstStyle/>
        <a:p>
          <a:r>
            <a:rPr lang="en-IN" baseline="0"/>
            <a:t>Reduced execution time</a:t>
          </a:r>
          <a:endParaRPr lang="en-US"/>
        </a:p>
      </dgm:t>
    </dgm:pt>
    <dgm:pt modelId="{DC73B3F6-1F58-47F4-B9DE-77C1596E4341}" type="parTrans" cxnId="{FA6E7276-50D9-4D93-8412-14B12A0D46AF}">
      <dgm:prSet/>
      <dgm:spPr/>
      <dgm:t>
        <a:bodyPr/>
        <a:lstStyle/>
        <a:p>
          <a:endParaRPr lang="en-US"/>
        </a:p>
      </dgm:t>
    </dgm:pt>
    <dgm:pt modelId="{CB912E90-E02F-4C89-B9B7-74231B3738FE}" type="sibTrans" cxnId="{FA6E7276-50D9-4D93-8412-14B12A0D46AF}">
      <dgm:prSet/>
      <dgm:spPr/>
      <dgm:t>
        <a:bodyPr/>
        <a:lstStyle/>
        <a:p>
          <a:endParaRPr lang="en-US"/>
        </a:p>
      </dgm:t>
    </dgm:pt>
    <dgm:pt modelId="{6D9693A2-A7F4-4D85-AE37-BAAFCD3B25F7}">
      <dgm:prSet/>
      <dgm:spPr/>
      <dgm:t>
        <a:bodyPr/>
        <a:lstStyle/>
        <a:p>
          <a:r>
            <a:rPr lang="en-IN" baseline="0" dirty="0"/>
            <a:t>Increased number of cases where significant positive lift is detected</a:t>
          </a:r>
          <a:endParaRPr lang="en-US" dirty="0"/>
        </a:p>
      </dgm:t>
    </dgm:pt>
    <dgm:pt modelId="{00C81540-A81E-46D2-AB84-36D7893FB894}" type="parTrans" cxnId="{7D107382-3DA3-474B-9A65-880ADF501295}">
      <dgm:prSet/>
      <dgm:spPr/>
      <dgm:t>
        <a:bodyPr/>
        <a:lstStyle/>
        <a:p>
          <a:endParaRPr lang="en-US"/>
        </a:p>
      </dgm:t>
    </dgm:pt>
    <dgm:pt modelId="{75917A98-7E91-4123-A045-1FC44DD33388}" type="sibTrans" cxnId="{7D107382-3DA3-474B-9A65-880ADF501295}">
      <dgm:prSet/>
      <dgm:spPr/>
      <dgm:t>
        <a:bodyPr/>
        <a:lstStyle/>
        <a:p>
          <a:endParaRPr lang="en-US"/>
        </a:p>
      </dgm:t>
    </dgm:pt>
    <dgm:pt modelId="{03ADED26-805E-4838-9ACD-40785CCD159B}" type="pres">
      <dgm:prSet presAssocID="{1C37C9C0-81A3-4E3E-9F7E-74C03EBE741F}" presName="linear" presStyleCnt="0">
        <dgm:presLayoutVars>
          <dgm:animLvl val="lvl"/>
          <dgm:resizeHandles val="exact"/>
        </dgm:presLayoutVars>
      </dgm:prSet>
      <dgm:spPr/>
    </dgm:pt>
    <dgm:pt modelId="{3EA16833-3EE7-4FF9-A726-B96DB218A777}" type="pres">
      <dgm:prSet presAssocID="{0649C66B-664B-4B58-9216-8FCCF4E4B87B}" presName="parentText" presStyleLbl="node1" presStyleIdx="0" presStyleCnt="3">
        <dgm:presLayoutVars>
          <dgm:chMax val="0"/>
          <dgm:bulletEnabled val="1"/>
        </dgm:presLayoutVars>
      </dgm:prSet>
      <dgm:spPr/>
    </dgm:pt>
    <dgm:pt modelId="{E50C620A-9E66-4594-AF2C-A5D7F4E05183}" type="pres">
      <dgm:prSet presAssocID="{BCAE4BC7-E1C4-410D-B596-19C8AB909197}" presName="spacer" presStyleCnt="0"/>
      <dgm:spPr/>
    </dgm:pt>
    <dgm:pt modelId="{9DD48366-1796-41B9-B2B1-6A3225CBB2A6}" type="pres">
      <dgm:prSet presAssocID="{02C16575-2D23-4630-9EBB-0BD9D246CEB7}" presName="parentText" presStyleLbl="node1" presStyleIdx="1" presStyleCnt="3">
        <dgm:presLayoutVars>
          <dgm:chMax val="0"/>
          <dgm:bulletEnabled val="1"/>
        </dgm:presLayoutVars>
      </dgm:prSet>
      <dgm:spPr/>
    </dgm:pt>
    <dgm:pt modelId="{7EB8DEAC-112F-4AB3-A6DC-967A0C167AE1}" type="pres">
      <dgm:prSet presAssocID="{CB912E90-E02F-4C89-B9B7-74231B3738FE}" presName="spacer" presStyleCnt="0"/>
      <dgm:spPr/>
    </dgm:pt>
    <dgm:pt modelId="{CFB3AD56-EEEB-4252-8B5E-F39CFD4A5789}" type="pres">
      <dgm:prSet presAssocID="{6D9693A2-A7F4-4D85-AE37-BAAFCD3B25F7}" presName="parentText" presStyleLbl="node1" presStyleIdx="2" presStyleCnt="3">
        <dgm:presLayoutVars>
          <dgm:chMax val="0"/>
          <dgm:bulletEnabled val="1"/>
        </dgm:presLayoutVars>
      </dgm:prSet>
      <dgm:spPr/>
    </dgm:pt>
  </dgm:ptLst>
  <dgm:cxnLst>
    <dgm:cxn modelId="{A5A0455E-5BCF-42A3-B724-9A5426AE1EA8}" type="presOf" srcId="{02C16575-2D23-4630-9EBB-0BD9D246CEB7}" destId="{9DD48366-1796-41B9-B2B1-6A3225CBB2A6}" srcOrd="0" destOrd="0" presId="urn:microsoft.com/office/officeart/2005/8/layout/vList2"/>
    <dgm:cxn modelId="{FA6E7276-50D9-4D93-8412-14B12A0D46AF}" srcId="{1C37C9C0-81A3-4E3E-9F7E-74C03EBE741F}" destId="{02C16575-2D23-4630-9EBB-0BD9D246CEB7}" srcOrd="1" destOrd="0" parTransId="{DC73B3F6-1F58-47F4-B9DE-77C1596E4341}" sibTransId="{CB912E90-E02F-4C89-B9B7-74231B3738FE}"/>
    <dgm:cxn modelId="{7D107382-3DA3-474B-9A65-880ADF501295}" srcId="{1C37C9C0-81A3-4E3E-9F7E-74C03EBE741F}" destId="{6D9693A2-A7F4-4D85-AE37-BAAFCD3B25F7}" srcOrd="2" destOrd="0" parTransId="{00C81540-A81E-46D2-AB84-36D7893FB894}" sibTransId="{75917A98-7E91-4123-A045-1FC44DD33388}"/>
    <dgm:cxn modelId="{67929C85-0721-4825-8412-737BC5C1665E}" type="presOf" srcId="{6D9693A2-A7F4-4D85-AE37-BAAFCD3B25F7}" destId="{CFB3AD56-EEEB-4252-8B5E-F39CFD4A5789}" srcOrd="0" destOrd="0" presId="urn:microsoft.com/office/officeart/2005/8/layout/vList2"/>
    <dgm:cxn modelId="{502F478D-E82E-4387-915D-069A80EA480F}" srcId="{1C37C9C0-81A3-4E3E-9F7E-74C03EBE741F}" destId="{0649C66B-664B-4B58-9216-8FCCF4E4B87B}" srcOrd="0" destOrd="0" parTransId="{A73C2995-90D1-4B5A-84E2-2F5E425AA63B}" sibTransId="{BCAE4BC7-E1C4-410D-B596-19C8AB909197}"/>
    <dgm:cxn modelId="{C0024EA2-E24D-4EA7-B0E9-BEB6EE04DAA0}" type="presOf" srcId="{1C37C9C0-81A3-4E3E-9F7E-74C03EBE741F}" destId="{03ADED26-805E-4838-9ACD-40785CCD159B}" srcOrd="0" destOrd="0" presId="urn:microsoft.com/office/officeart/2005/8/layout/vList2"/>
    <dgm:cxn modelId="{BAE3C3B5-2C9F-4DB7-AF3B-169A49C050E1}" type="presOf" srcId="{0649C66B-664B-4B58-9216-8FCCF4E4B87B}" destId="{3EA16833-3EE7-4FF9-A726-B96DB218A777}" srcOrd="0" destOrd="0" presId="urn:microsoft.com/office/officeart/2005/8/layout/vList2"/>
    <dgm:cxn modelId="{7BB2CE13-AC23-467D-9E34-A7BC5EC01E4E}" type="presParOf" srcId="{03ADED26-805E-4838-9ACD-40785CCD159B}" destId="{3EA16833-3EE7-4FF9-A726-B96DB218A777}" srcOrd="0" destOrd="0" presId="urn:microsoft.com/office/officeart/2005/8/layout/vList2"/>
    <dgm:cxn modelId="{9E33C300-7B30-434C-99E2-AD5BF7338B49}" type="presParOf" srcId="{03ADED26-805E-4838-9ACD-40785CCD159B}" destId="{E50C620A-9E66-4594-AF2C-A5D7F4E05183}" srcOrd="1" destOrd="0" presId="urn:microsoft.com/office/officeart/2005/8/layout/vList2"/>
    <dgm:cxn modelId="{6887334E-2F5E-45F4-9754-F19DB75B1B69}" type="presParOf" srcId="{03ADED26-805E-4838-9ACD-40785CCD159B}" destId="{9DD48366-1796-41B9-B2B1-6A3225CBB2A6}" srcOrd="2" destOrd="0" presId="urn:microsoft.com/office/officeart/2005/8/layout/vList2"/>
    <dgm:cxn modelId="{CC6C71F8-1F7D-4A70-AFC0-9EF71BF0C769}" type="presParOf" srcId="{03ADED26-805E-4838-9ACD-40785CCD159B}" destId="{7EB8DEAC-112F-4AB3-A6DC-967A0C167AE1}" srcOrd="3" destOrd="0" presId="urn:microsoft.com/office/officeart/2005/8/layout/vList2"/>
    <dgm:cxn modelId="{2F5DFFFE-6796-490E-B8FF-834F192E6AD6}" type="presParOf" srcId="{03ADED26-805E-4838-9ACD-40785CCD159B}" destId="{CFB3AD56-EEEB-4252-8B5E-F39CFD4A578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B85BF8-B81D-4204-96FE-40706948B5FD}">
      <dsp:nvSpPr>
        <dsp:cNvPr id="0" name=""/>
        <dsp:cNvSpPr/>
      </dsp:nvSpPr>
      <dsp:spPr>
        <a:xfrm>
          <a:off x="2790" y="963217"/>
          <a:ext cx="2483714" cy="993485"/>
        </a:xfrm>
        <a:prstGeom prst="chevron">
          <a:avLst/>
        </a:prstGeom>
        <a:solidFill>
          <a:schemeClr val="accent3">
            <a:hueOff val="0"/>
            <a:satOff val="0"/>
            <a:lumOff val="0"/>
            <a:alphaOff val="0"/>
          </a:schemeClr>
        </a:solidFill>
        <a:ln w="5715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b="1" u="sng" kern="1200" dirty="0"/>
            <a:t>Input Creation</a:t>
          </a:r>
          <a:endParaRPr lang="en-US" sz="2000" b="1" u="sng" kern="1200" dirty="0"/>
        </a:p>
      </dsp:txBody>
      <dsp:txXfrm>
        <a:off x="499533" y="963217"/>
        <a:ext cx="1490229" cy="993485"/>
      </dsp:txXfrm>
    </dsp:sp>
    <dsp:sp modelId="{1A460CEB-E2A7-422F-ABDF-9F4A489154C7}">
      <dsp:nvSpPr>
        <dsp:cNvPr id="0" name=""/>
        <dsp:cNvSpPr/>
      </dsp:nvSpPr>
      <dsp:spPr>
        <a:xfrm>
          <a:off x="2238133" y="963217"/>
          <a:ext cx="2483714" cy="993485"/>
        </a:xfrm>
        <a:prstGeom prst="chevron">
          <a:avLst/>
        </a:prstGeom>
        <a:solidFill>
          <a:schemeClr val="accent3">
            <a:hueOff val="1061388"/>
            <a:satOff val="-972"/>
            <a:lumOff val="-3961"/>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Pre Period Identification</a:t>
          </a:r>
          <a:endParaRPr lang="en-US" sz="2000" kern="1200" dirty="0"/>
        </a:p>
      </dsp:txBody>
      <dsp:txXfrm>
        <a:off x="2734876" y="963217"/>
        <a:ext cx="1490229" cy="993485"/>
      </dsp:txXfrm>
    </dsp:sp>
    <dsp:sp modelId="{074C8516-9667-4402-8ECB-E16D51CCB065}">
      <dsp:nvSpPr>
        <dsp:cNvPr id="0" name=""/>
        <dsp:cNvSpPr/>
      </dsp:nvSpPr>
      <dsp:spPr>
        <a:xfrm>
          <a:off x="4496267" y="963217"/>
          <a:ext cx="2483714" cy="993485"/>
        </a:xfrm>
        <a:prstGeom prst="chevron">
          <a:avLst/>
        </a:prstGeom>
        <a:solidFill>
          <a:schemeClr val="accent3">
            <a:hueOff val="2122777"/>
            <a:satOff val="-1944"/>
            <a:lumOff val="-7922"/>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Outlier Removal</a:t>
          </a:r>
          <a:endParaRPr lang="en-US" sz="2000" kern="1200" dirty="0"/>
        </a:p>
      </dsp:txBody>
      <dsp:txXfrm>
        <a:off x="4993010" y="963217"/>
        <a:ext cx="1490229" cy="993485"/>
      </dsp:txXfrm>
    </dsp:sp>
    <dsp:sp modelId="{BDB58C99-3F14-4B9C-967B-F716ADF27808}">
      <dsp:nvSpPr>
        <dsp:cNvPr id="0" name=""/>
        <dsp:cNvSpPr/>
      </dsp:nvSpPr>
      <dsp:spPr>
        <a:xfrm>
          <a:off x="6708819" y="963217"/>
          <a:ext cx="2483714" cy="993485"/>
        </a:xfrm>
        <a:prstGeom prst="chevron">
          <a:avLst/>
        </a:prstGeom>
        <a:solidFill>
          <a:schemeClr val="accent3">
            <a:hueOff val="4245554"/>
            <a:satOff val="-3888"/>
            <a:lumOff val="-15843"/>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Sample Size Selection</a:t>
          </a:r>
          <a:endParaRPr lang="en-US" sz="2000" kern="1200" dirty="0"/>
        </a:p>
      </dsp:txBody>
      <dsp:txXfrm>
        <a:off x="7205562" y="963217"/>
        <a:ext cx="1490229" cy="993485"/>
      </dsp:txXfrm>
    </dsp:sp>
    <dsp:sp modelId="{2C532804-1642-4037-86EE-B91A2613DF34}">
      <dsp:nvSpPr>
        <dsp:cNvPr id="0" name=""/>
        <dsp:cNvSpPr/>
      </dsp:nvSpPr>
      <dsp:spPr>
        <a:xfrm>
          <a:off x="8944162" y="963217"/>
          <a:ext cx="2483714" cy="993485"/>
        </a:xfrm>
        <a:prstGeom prst="chevron">
          <a:avLst/>
        </a:prstGeom>
        <a:solidFill>
          <a:schemeClr val="accent3">
            <a:hueOff val="5306942"/>
            <a:satOff val="-4860"/>
            <a:lumOff val="-19804"/>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Uplift Calculation</a:t>
          </a:r>
          <a:endParaRPr lang="en-US" sz="2000" kern="1200" dirty="0"/>
        </a:p>
      </dsp:txBody>
      <dsp:txXfrm>
        <a:off x="9440905" y="963217"/>
        <a:ext cx="1490229" cy="9934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B85BF8-B81D-4204-96FE-40706948B5FD}">
      <dsp:nvSpPr>
        <dsp:cNvPr id="0" name=""/>
        <dsp:cNvSpPr/>
      </dsp:nvSpPr>
      <dsp:spPr>
        <a:xfrm>
          <a:off x="2790" y="963217"/>
          <a:ext cx="2483714" cy="993485"/>
        </a:xfrm>
        <a:prstGeom prst="chevron">
          <a:avLst/>
        </a:prstGeom>
        <a:solidFill>
          <a:schemeClr val="accent3">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kern="1200" dirty="0"/>
            <a:t>Input Creation</a:t>
          </a:r>
          <a:endParaRPr lang="en-US" sz="1600" kern="1200" dirty="0"/>
        </a:p>
      </dsp:txBody>
      <dsp:txXfrm>
        <a:off x="499533" y="963217"/>
        <a:ext cx="1490229" cy="993485"/>
      </dsp:txXfrm>
    </dsp:sp>
    <dsp:sp modelId="{1A460CEB-E2A7-422F-ABDF-9F4A489154C7}">
      <dsp:nvSpPr>
        <dsp:cNvPr id="0" name=""/>
        <dsp:cNvSpPr/>
      </dsp:nvSpPr>
      <dsp:spPr>
        <a:xfrm>
          <a:off x="2238133" y="963217"/>
          <a:ext cx="2483714" cy="993485"/>
        </a:xfrm>
        <a:prstGeom prst="chevron">
          <a:avLst/>
        </a:prstGeom>
        <a:solidFill>
          <a:schemeClr val="accent3">
            <a:hueOff val="677650"/>
            <a:satOff val="25000"/>
            <a:lumOff val="-3676"/>
            <a:alphaOff val="0"/>
          </a:schemeClr>
        </a:solidFill>
        <a:ln w="5715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IN" sz="1400" b="1" u="sng" kern="1200" dirty="0"/>
            <a:t>Pre Period Identification</a:t>
          </a:r>
          <a:endParaRPr lang="en-US" sz="1400" b="1" u="sng" kern="1200" dirty="0"/>
        </a:p>
      </dsp:txBody>
      <dsp:txXfrm>
        <a:off x="2734876" y="963217"/>
        <a:ext cx="1490229" cy="993485"/>
      </dsp:txXfrm>
    </dsp:sp>
    <dsp:sp modelId="{4515B4CA-F7CF-4C84-9C65-0BEAC0935345}">
      <dsp:nvSpPr>
        <dsp:cNvPr id="0" name=""/>
        <dsp:cNvSpPr/>
      </dsp:nvSpPr>
      <dsp:spPr>
        <a:xfrm>
          <a:off x="4473476" y="963217"/>
          <a:ext cx="2483714" cy="993485"/>
        </a:xfrm>
        <a:prstGeom prst="chevron">
          <a:avLst/>
        </a:prstGeom>
        <a:solidFill>
          <a:schemeClr val="accent3">
            <a:hueOff val="2122777"/>
            <a:satOff val="-1944"/>
            <a:lumOff val="-7922"/>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kern="1200" dirty="0"/>
            <a:t>Outlier Removal</a:t>
          </a:r>
          <a:endParaRPr lang="en-US" sz="1600" kern="1200" dirty="0"/>
        </a:p>
      </dsp:txBody>
      <dsp:txXfrm>
        <a:off x="4970219" y="963217"/>
        <a:ext cx="1490229" cy="993485"/>
      </dsp:txXfrm>
    </dsp:sp>
    <dsp:sp modelId="{BDB58C99-3F14-4B9C-967B-F716ADF27808}">
      <dsp:nvSpPr>
        <dsp:cNvPr id="0" name=""/>
        <dsp:cNvSpPr/>
      </dsp:nvSpPr>
      <dsp:spPr>
        <a:xfrm>
          <a:off x="6708819" y="963217"/>
          <a:ext cx="2483714" cy="993485"/>
        </a:xfrm>
        <a:prstGeom prst="chevron">
          <a:avLst/>
        </a:prstGeom>
        <a:solidFill>
          <a:schemeClr val="accent3">
            <a:hueOff val="4245554"/>
            <a:satOff val="-3888"/>
            <a:lumOff val="-15843"/>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kern="1200" dirty="0"/>
            <a:t>Sample Size Selection</a:t>
          </a:r>
          <a:endParaRPr lang="en-US" sz="1600" kern="1200" dirty="0"/>
        </a:p>
      </dsp:txBody>
      <dsp:txXfrm>
        <a:off x="7205562" y="963217"/>
        <a:ext cx="1490229" cy="993485"/>
      </dsp:txXfrm>
    </dsp:sp>
    <dsp:sp modelId="{2C532804-1642-4037-86EE-B91A2613DF34}">
      <dsp:nvSpPr>
        <dsp:cNvPr id="0" name=""/>
        <dsp:cNvSpPr/>
      </dsp:nvSpPr>
      <dsp:spPr>
        <a:xfrm>
          <a:off x="8944162" y="963217"/>
          <a:ext cx="2483714" cy="993485"/>
        </a:xfrm>
        <a:prstGeom prst="chevron">
          <a:avLst/>
        </a:prstGeom>
        <a:solidFill>
          <a:schemeClr val="accent3">
            <a:hueOff val="5306942"/>
            <a:satOff val="-4860"/>
            <a:lumOff val="-19804"/>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kern="1200" dirty="0"/>
            <a:t>Uplift Calculation</a:t>
          </a:r>
          <a:endParaRPr lang="en-US" sz="1600" kern="1200" dirty="0"/>
        </a:p>
      </dsp:txBody>
      <dsp:txXfrm>
        <a:off x="9440905" y="963217"/>
        <a:ext cx="1490229" cy="9934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B85BF8-B81D-4204-96FE-40706948B5FD}">
      <dsp:nvSpPr>
        <dsp:cNvPr id="0" name=""/>
        <dsp:cNvSpPr/>
      </dsp:nvSpPr>
      <dsp:spPr>
        <a:xfrm>
          <a:off x="2790" y="963217"/>
          <a:ext cx="2483714" cy="993485"/>
        </a:xfrm>
        <a:prstGeom prst="chevron">
          <a:avLst/>
        </a:prstGeom>
        <a:solidFill>
          <a:schemeClr val="accent3">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Input Creation </a:t>
          </a:r>
          <a:endParaRPr lang="en-US" sz="2000" kern="1200" dirty="0"/>
        </a:p>
      </dsp:txBody>
      <dsp:txXfrm>
        <a:off x="499533" y="963217"/>
        <a:ext cx="1490229" cy="993485"/>
      </dsp:txXfrm>
    </dsp:sp>
    <dsp:sp modelId="{1A460CEB-E2A7-422F-ABDF-9F4A489154C7}">
      <dsp:nvSpPr>
        <dsp:cNvPr id="0" name=""/>
        <dsp:cNvSpPr/>
      </dsp:nvSpPr>
      <dsp:spPr>
        <a:xfrm>
          <a:off x="2238133" y="963217"/>
          <a:ext cx="2483714" cy="993485"/>
        </a:xfrm>
        <a:prstGeom prst="chevron">
          <a:avLst/>
        </a:prstGeom>
        <a:solidFill>
          <a:schemeClr val="accent3">
            <a:hueOff val="1061388"/>
            <a:satOff val="-972"/>
            <a:lumOff val="-3961"/>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Pre Period Identification</a:t>
          </a:r>
          <a:endParaRPr lang="en-US" sz="2000" kern="1200" dirty="0"/>
        </a:p>
      </dsp:txBody>
      <dsp:txXfrm>
        <a:off x="2734876" y="963217"/>
        <a:ext cx="1490229" cy="993485"/>
      </dsp:txXfrm>
    </dsp:sp>
    <dsp:sp modelId="{20D5270C-DBB4-4372-9301-38C9DE9BAD78}">
      <dsp:nvSpPr>
        <dsp:cNvPr id="0" name=""/>
        <dsp:cNvSpPr/>
      </dsp:nvSpPr>
      <dsp:spPr>
        <a:xfrm>
          <a:off x="4473476" y="1002043"/>
          <a:ext cx="2483714" cy="993485"/>
        </a:xfrm>
        <a:prstGeom prst="chevron">
          <a:avLst/>
        </a:prstGeom>
        <a:solidFill>
          <a:srgbClr val="9E7800">
            <a:alpha val="49804"/>
          </a:srgbClr>
        </a:solidFill>
        <a:ln w="5715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IN" sz="1600" b="1" u="sng" kern="1200" dirty="0"/>
            <a:t>Outlier Removal</a:t>
          </a:r>
          <a:endParaRPr lang="en-US" sz="1600" b="1" u="sng" kern="1200" dirty="0"/>
        </a:p>
      </dsp:txBody>
      <dsp:txXfrm>
        <a:off x="4970219" y="1002043"/>
        <a:ext cx="1490229" cy="993485"/>
      </dsp:txXfrm>
    </dsp:sp>
    <dsp:sp modelId="{BDB58C99-3F14-4B9C-967B-F716ADF27808}">
      <dsp:nvSpPr>
        <dsp:cNvPr id="0" name=""/>
        <dsp:cNvSpPr/>
      </dsp:nvSpPr>
      <dsp:spPr>
        <a:xfrm>
          <a:off x="6718344" y="972745"/>
          <a:ext cx="2483714" cy="993485"/>
        </a:xfrm>
        <a:prstGeom prst="chevron">
          <a:avLst/>
        </a:prstGeom>
        <a:solidFill>
          <a:schemeClr val="bg1">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b="0" u="none" kern="1200" dirty="0"/>
            <a:t>Sample Size Selection</a:t>
          </a:r>
          <a:endParaRPr lang="en-US" sz="2000" b="0" u="none" kern="1200" dirty="0"/>
        </a:p>
      </dsp:txBody>
      <dsp:txXfrm>
        <a:off x="7215087" y="972745"/>
        <a:ext cx="1490229" cy="993485"/>
      </dsp:txXfrm>
    </dsp:sp>
    <dsp:sp modelId="{2C532804-1642-4037-86EE-B91A2613DF34}">
      <dsp:nvSpPr>
        <dsp:cNvPr id="0" name=""/>
        <dsp:cNvSpPr/>
      </dsp:nvSpPr>
      <dsp:spPr>
        <a:xfrm>
          <a:off x="8944162" y="963217"/>
          <a:ext cx="2483714" cy="993485"/>
        </a:xfrm>
        <a:prstGeom prst="chevron">
          <a:avLst/>
        </a:prstGeom>
        <a:solidFill>
          <a:schemeClr val="accent3">
            <a:hueOff val="5306942"/>
            <a:satOff val="-4860"/>
            <a:lumOff val="-19804"/>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Uplift Calculation</a:t>
          </a:r>
          <a:endParaRPr lang="en-US" sz="2000" kern="1200" dirty="0"/>
        </a:p>
      </dsp:txBody>
      <dsp:txXfrm>
        <a:off x="9440905" y="963217"/>
        <a:ext cx="1490229" cy="9934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173546-C312-4DA8-88CF-9819DD3D0596}">
      <dsp:nvSpPr>
        <dsp:cNvPr id="0" name=""/>
        <dsp:cNvSpPr/>
      </dsp:nvSpPr>
      <dsp:spPr>
        <a:xfrm rot="10800000">
          <a:off x="1733753" y="111373"/>
          <a:ext cx="4588840" cy="2311671"/>
        </a:xfrm>
        <a:prstGeom prst="homePlat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9383" tIns="125730" rIns="234696"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Selecting feature variables for clustering</a:t>
          </a:r>
        </a:p>
      </dsp:txBody>
      <dsp:txXfrm rot="10800000">
        <a:off x="2311671" y="111373"/>
        <a:ext cx="4010922" cy="2311671"/>
      </dsp:txXfrm>
    </dsp:sp>
    <dsp:sp modelId="{400B87DF-C480-445F-8C19-8CB8975E9B45}">
      <dsp:nvSpPr>
        <dsp:cNvPr id="0" name=""/>
        <dsp:cNvSpPr/>
      </dsp:nvSpPr>
      <dsp:spPr>
        <a:xfrm>
          <a:off x="769532" y="0"/>
          <a:ext cx="2311671" cy="2311671"/>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2598C4-9A43-460E-9523-AFA890A4986E}">
      <dsp:nvSpPr>
        <dsp:cNvPr id="0" name=""/>
        <dsp:cNvSpPr/>
      </dsp:nvSpPr>
      <dsp:spPr>
        <a:xfrm rot="10800000">
          <a:off x="1733753" y="3113096"/>
          <a:ext cx="4588840" cy="2311671"/>
        </a:xfrm>
        <a:prstGeom prst="homePlate">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9383" tIns="125730" rIns="234696"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Clustering the test and unexposed pool using K-means</a:t>
          </a:r>
        </a:p>
      </dsp:txBody>
      <dsp:txXfrm rot="10800000">
        <a:off x="2311671" y="3113096"/>
        <a:ext cx="4010922" cy="2311671"/>
      </dsp:txXfrm>
    </dsp:sp>
    <dsp:sp modelId="{907AD12C-07B1-4838-A29D-B10624EAB9C0}">
      <dsp:nvSpPr>
        <dsp:cNvPr id="0" name=""/>
        <dsp:cNvSpPr/>
      </dsp:nvSpPr>
      <dsp:spPr>
        <a:xfrm>
          <a:off x="414667" y="3100451"/>
          <a:ext cx="2311671" cy="2311671"/>
        </a:xfrm>
        <a:prstGeom prst="ellipse">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87437" t="3885" r="1437" b="-3885"/>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B85BF8-B81D-4204-96FE-40706948B5FD}">
      <dsp:nvSpPr>
        <dsp:cNvPr id="0" name=""/>
        <dsp:cNvSpPr/>
      </dsp:nvSpPr>
      <dsp:spPr>
        <a:xfrm>
          <a:off x="2790" y="963217"/>
          <a:ext cx="2483714" cy="993485"/>
        </a:xfrm>
        <a:prstGeom prst="chevron">
          <a:avLst/>
        </a:prstGeom>
        <a:solidFill>
          <a:schemeClr val="accent3">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Input Creation</a:t>
          </a:r>
          <a:endParaRPr lang="en-US" sz="2000" kern="1200" dirty="0"/>
        </a:p>
      </dsp:txBody>
      <dsp:txXfrm>
        <a:off x="499533" y="963217"/>
        <a:ext cx="1490229" cy="993485"/>
      </dsp:txXfrm>
    </dsp:sp>
    <dsp:sp modelId="{1A460CEB-E2A7-422F-ABDF-9F4A489154C7}">
      <dsp:nvSpPr>
        <dsp:cNvPr id="0" name=""/>
        <dsp:cNvSpPr/>
      </dsp:nvSpPr>
      <dsp:spPr>
        <a:xfrm>
          <a:off x="2238133" y="963217"/>
          <a:ext cx="2483714" cy="993485"/>
        </a:xfrm>
        <a:prstGeom prst="chevron">
          <a:avLst/>
        </a:prstGeom>
        <a:solidFill>
          <a:schemeClr val="accent3">
            <a:hueOff val="1061388"/>
            <a:satOff val="-972"/>
            <a:lumOff val="-3961"/>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Pre Period Identification</a:t>
          </a:r>
          <a:endParaRPr lang="en-US" sz="2000" kern="1200" dirty="0"/>
        </a:p>
      </dsp:txBody>
      <dsp:txXfrm>
        <a:off x="2734876" y="963217"/>
        <a:ext cx="1490229" cy="993485"/>
      </dsp:txXfrm>
    </dsp:sp>
    <dsp:sp modelId="{5B56C520-9EEC-4933-97A9-E35CD7C2DFB9}">
      <dsp:nvSpPr>
        <dsp:cNvPr id="0" name=""/>
        <dsp:cNvSpPr/>
      </dsp:nvSpPr>
      <dsp:spPr>
        <a:xfrm>
          <a:off x="4473476" y="963217"/>
          <a:ext cx="2483714" cy="993485"/>
        </a:xfrm>
        <a:prstGeom prst="chevron">
          <a:avLst/>
        </a:prstGeom>
        <a:solidFill>
          <a:schemeClr val="accent3">
            <a:hueOff val="2122777"/>
            <a:satOff val="-1944"/>
            <a:lumOff val="-7922"/>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Outlier Removal</a:t>
          </a:r>
          <a:endParaRPr lang="en-US" sz="2000" kern="1200" dirty="0"/>
        </a:p>
      </dsp:txBody>
      <dsp:txXfrm>
        <a:off x="4970219" y="963217"/>
        <a:ext cx="1490229" cy="993485"/>
      </dsp:txXfrm>
    </dsp:sp>
    <dsp:sp modelId="{BDB58C99-3F14-4B9C-967B-F716ADF27808}">
      <dsp:nvSpPr>
        <dsp:cNvPr id="0" name=""/>
        <dsp:cNvSpPr/>
      </dsp:nvSpPr>
      <dsp:spPr>
        <a:xfrm>
          <a:off x="6708819" y="953690"/>
          <a:ext cx="2483714" cy="993485"/>
        </a:xfrm>
        <a:prstGeom prst="chevron">
          <a:avLst/>
        </a:prstGeom>
        <a:solidFill>
          <a:srgbClr val="9E7800"/>
        </a:solidFill>
        <a:ln w="5715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b="1" u="sng" kern="1200" dirty="0"/>
            <a:t>Sample Size Selection</a:t>
          </a:r>
          <a:endParaRPr lang="en-US" sz="2000" b="1" u="sng" kern="1200" dirty="0"/>
        </a:p>
      </dsp:txBody>
      <dsp:txXfrm>
        <a:off x="7205562" y="953690"/>
        <a:ext cx="1490229" cy="993485"/>
      </dsp:txXfrm>
    </dsp:sp>
    <dsp:sp modelId="{2C532804-1642-4037-86EE-B91A2613DF34}">
      <dsp:nvSpPr>
        <dsp:cNvPr id="0" name=""/>
        <dsp:cNvSpPr/>
      </dsp:nvSpPr>
      <dsp:spPr>
        <a:xfrm>
          <a:off x="8944162" y="972745"/>
          <a:ext cx="2483714" cy="993485"/>
        </a:xfrm>
        <a:prstGeom prst="chevron">
          <a:avLst/>
        </a:prstGeom>
        <a:solidFill>
          <a:schemeClr val="accent3">
            <a:hueOff val="5306942"/>
            <a:satOff val="-4860"/>
            <a:lumOff val="-19804"/>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Uplift Calculation</a:t>
          </a:r>
          <a:endParaRPr lang="en-US" sz="2000" kern="1200" dirty="0"/>
        </a:p>
      </dsp:txBody>
      <dsp:txXfrm>
        <a:off x="9440905" y="972745"/>
        <a:ext cx="1490229" cy="9934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6805C4-CBEC-41CA-8636-918C91CA1FC3}">
      <dsp:nvSpPr>
        <dsp:cNvPr id="0" name=""/>
        <dsp:cNvSpPr/>
      </dsp:nvSpPr>
      <dsp:spPr>
        <a:xfrm>
          <a:off x="0" y="581699"/>
          <a:ext cx="6900512" cy="139038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Basic </a:t>
          </a:r>
          <a:r>
            <a:rPr lang="en-US" sz="3500" kern="1200" dirty="0" err="1"/>
            <a:t>Ancova</a:t>
          </a:r>
          <a:r>
            <a:rPr lang="en-US" sz="3500" kern="1200" dirty="0"/>
            <a:t> Model</a:t>
          </a:r>
        </a:p>
      </dsp:txBody>
      <dsp:txXfrm>
        <a:off x="67873" y="649572"/>
        <a:ext cx="6764766" cy="1254634"/>
      </dsp:txXfrm>
    </dsp:sp>
    <dsp:sp modelId="{743E21F6-F62C-484A-92A9-825875BEBC10}">
      <dsp:nvSpPr>
        <dsp:cNvPr id="0" name=""/>
        <dsp:cNvSpPr/>
      </dsp:nvSpPr>
      <dsp:spPr>
        <a:xfrm>
          <a:off x="0" y="2083039"/>
          <a:ext cx="6900512" cy="139038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err="1"/>
            <a:t>Ancova</a:t>
          </a:r>
          <a:r>
            <a:rPr lang="en-US" sz="3500" kern="1200" dirty="0"/>
            <a:t> Model with Interaction</a:t>
          </a:r>
        </a:p>
      </dsp:txBody>
      <dsp:txXfrm>
        <a:off x="67873" y="2150912"/>
        <a:ext cx="6764766" cy="1254634"/>
      </dsp:txXfrm>
    </dsp:sp>
    <dsp:sp modelId="{CA23F0E9-533B-420E-8D57-EADBA4047ACA}">
      <dsp:nvSpPr>
        <dsp:cNvPr id="0" name=""/>
        <dsp:cNvSpPr/>
      </dsp:nvSpPr>
      <dsp:spPr>
        <a:xfrm>
          <a:off x="0" y="3564060"/>
          <a:ext cx="6900512" cy="139038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Ancova model with extra-covariate segments, and it’s interaction terms</a:t>
          </a:r>
        </a:p>
      </dsp:txBody>
      <dsp:txXfrm>
        <a:off x="67873" y="3631933"/>
        <a:ext cx="6764766" cy="12546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B85BF8-B81D-4204-96FE-40706948B5FD}">
      <dsp:nvSpPr>
        <dsp:cNvPr id="0" name=""/>
        <dsp:cNvSpPr/>
      </dsp:nvSpPr>
      <dsp:spPr>
        <a:xfrm>
          <a:off x="2790" y="676022"/>
          <a:ext cx="2483714" cy="993485"/>
        </a:xfrm>
        <a:prstGeom prst="chevron">
          <a:avLst/>
        </a:prstGeom>
        <a:solidFill>
          <a:schemeClr val="accent3">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Input Creation</a:t>
          </a:r>
          <a:endParaRPr lang="en-US" sz="2000" kern="1200" dirty="0"/>
        </a:p>
      </dsp:txBody>
      <dsp:txXfrm>
        <a:off x="499533" y="676022"/>
        <a:ext cx="1490229" cy="993485"/>
      </dsp:txXfrm>
    </dsp:sp>
    <dsp:sp modelId="{1A460CEB-E2A7-422F-ABDF-9F4A489154C7}">
      <dsp:nvSpPr>
        <dsp:cNvPr id="0" name=""/>
        <dsp:cNvSpPr/>
      </dsp:nvSpPr>
      <dsp:spPr>
        <a:xfrm>
          <a:off x="2238133" y="676022"/>
          <a:ext cx="2483714" cy="993485"/>
        </a:xfrm>
        <a:prstGeom prst="chevron">
          <a:avLst/>
        </a:prstGeom>
        <a:solidFill>
          <a:schemeClr val="accent3">
            <a:hueOff val="1061388"/>
            <a:satOff val="-972"/>
            <a:lumOff val="-3961"/>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Pre Period Identification</a:t>
          </a:r>
          <a:endParaRPr lang="en-US" sz="2000" kern="1200" dirty="0"/>
        </a:p>
      </dsp:txBody>
      <dsp:txXfrm>
        <a:off x="2734876" y="676022"/>
        <a:ext cx="1490229" cy="993485"/>
      </dsp:txXfrm>
    </dsp:sp>
    <dsp:sp modelId="{3FE2C15D-CD85-43C1-B4CD-6F47C95B1974}">
      <dsp:nvSpPr>
        <dsp:cNvPr id="0" name=""/>
        <dsp:cNvSpPr/>
      </dsp:nvSpPr>
      <dsp:spPr>
        <a:xfrm>
          <a:off x="4473476" y="676022"/>
          <a:ext cx="2483714" cy="993485"/>
        </a:xfrm>
        <a:prstGeom prst="chevron">
          <a:avLst/>
        </a:prstGeom>
        <a:solidFill>
          <a:schemeClr val="accent3">
            <a:hueOff val="2122777"/>
            <a:satOff val="-1944"/>
            <a:lumOff val="-7922"/>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Outlier Removal</a:t>
          </a:r>
          <a:endParaRPr lang="en-US" sz="2000" kern="1200" dirty="0"/>
        </a:p>
      </dsp:txBody>
      <dsp:txXfrm>
        <a:off x="4970219" y="676022"/>
        <a:ext cx="1490229" cy="993485"/>
      </dsp:txXfrm>
    </dsp:sp>
    <dsp:sp modelId="{BDB58C99-3F14-4B9C-967B-F716ADF27808}">
      <dsp:nvSpPr>
        <dsp:cNvPr id="0" name=""/>
        <dsp:cNvSpPr/>
      </dsp:nvSpPr>
      <dsp:spPr>
        <a:xfrm>
          <a:off x="6708819" y="676022"/>
          <a:ext cx="2483714" cy="993485"/>
        </a:xfrm>
        <a:prstGeom prst="chevron">
          <a:avLst/>
        </a:prstGeom>
        <a:solidFill>
          <a:schemeClr val="accent3">
            <a:hueOff val="4245554"/>
            <a:satOff val="-3888"/>
            <a:lumOff val="-15843"/>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Sample Size Selection</a:t>
          </a:r>
          <a:endParaRPr lang="en-US" sz="2000" kern="1200" dirty="0"/>
        </a:p>
      </dsp:txBody>
      <dsp:txXfrm>
        <a:off x="7205562" y="676022"/>
        <a:ext cx="1490229" cy="993485"/>
      </dsp:txXfrm>
    </dsp:sp>
    <dsp:sp modelId="{2C532804-1642-4037-86EE-B91A2613DF34}">
      <dsp:nvSpPr>
        <dsp:cNvPr id="0" name=""/>
        <dsp:cNvSpPr/>
      </dsp:nvSpPr>
      <dsp:spPr>
        <a:xfrm>
          <a:off x="8944162" y="676022"/>
          <a:ext cx="2483714" cy="993485"/>
        </a:xfrm>
        <a:prstGeom prst="chevron">
          <a:avLst/>
        </a:prstGeom>
        <a:solidFill>
          <a:schemeClr val="accent3">
            <a:hueOff val="2710599"/>
            <a:satOff val="100000"/>
            <a:lumOff val="-14706"/>
            <a:alphaOff val="0"/>
          </a:schemeClr>
        </a:solidFill>
        <a:ln w="5715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b="1" u="sng" kern="1200" dirty="0"/>
            <a:t>Uplift Calculation</a:t>
          </a:r>
          <a:endParaRPr lang="en-US" sz="2000" b="1" u="sng" kern="1200" dirty="0"/>
        </a:p>
      </dsp:txBody>
      <dsp:txXfrm>
        <a:off x="9440905" y="676022"/>
        <a:ext cx="1490229" cy="99348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A16833-3EE7-4FF9-A726-B96DB218A777}">
      <dsp:nvSpPr>
        <dsp:cNvPr id="0" name=""/>
        <dsp:cNvSpPr/>
      </dsp:nvSpPr>
      <dsp:spPr>
        <a:xfrm>
          <a:off x="0" y="453720"/>
          <a:ext cx="6900512" cy="14718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IN" sz="3700" kern="1200" baseline="0" dirty="0"/>
            <a:t>Less variation in Uplift number for similar campaigns</a:t>
          </a:r>
          <a:endParaRPr lang="en-US" sz="3700" kern="1200" dirty="0"/>
        </a:p>
      </dsp:txBody>
      <dsp:txXfrm>
        <a:off x="71850" y="525570"/>
        <a:ext cx="6756812" cy="1328160"/>
      </dsp:txXfrm>
    </dsp:sp>
    <dsp:sp modelId="{9DD48366-1796-41B9-B2B1-6A3225CBB2A6}">
      <dsp:nvSpPr>
        <dsp:cNvPr id="0" name=""/>
        <dsp:cNvSpPr/>
      </dsp:nvSpPr>
      <dsp:spPr>
        <a:xfrm>
          <a:off x="0" y="2032140"/>
          <a:ext cx="6900512" cy="1471860"/>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IN" sz="3700" kern="1200" baseline="0"/>
            <a:t>Reduced execution time</a:t>
          </a:r>
          <a:endParaRPr lang="en-US" sz="3700" kern="1200"/>
        </a:p>
      </dsp:txBody>
      <dsp:txXfrm>
        <a:off x="71850" y="2103990"/>
        <a:ext cx="6756812" cy="1328160"/>
      </dsp:txXfrm>
    </dsp:sp>
    <dsp:sp modelId="{CFB3AD56-EEEB-4252-8B5E-F39CFD4A5789}">
      <dsp:nvSpPr>
        <dsp:cNvPr id="0" name=""/>
        <dsp:cNvSpPr/>
      </dsp:nvSpPr>
      <dsp:spPr>
        <a:xfrm>
          <a:off x="0" y="3610560"/>
          <a:ext cx="6900512" cy="147186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IN" sz="3700" kern="1200" baseline="0" dirty="0"/>
            <a:t>Increased number of cases where significant positive lift is detected</a:t>
          </a:r>
          <a:endParaRPr lang="en-US" sz="3700" kern="1200" dirty="0"/>
        </a:p>
      </dsp:txBody>
      <dsp:txXfrm>
        <a:off x="71850" y="3682410"/>
        <a:ext cx="6756812" cy="132816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12A8F2-8A9B-48AF-95DA-AA04442AE52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7C6BD84-4ED8-4CA6-A0F6-4D9A8C2FC13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88B674-955F-4909-A058-6E9E899346EB}" type="datetimeFigureOut">
              <a:rPr lang="en-US" smtClean="0"/>
              <a:t>12/15/2025</a:t>
            </a:fld>
            <a:endParaRPr lang="en-US"/>
          </a:p>
        </p:txBody>
      </p:sp>
      <p:sp>
        <p:nvSpPr>
          <p:cNvPr id="4" name="Footer Placeholder 3">
            <a:extLst>
              <a:ext uri="{FF2B5EF4-FFF2-40B4-BE49-F238E27FC236}">
                <a16:creationId xmlns:a16="http://schemas.microsoft.com/office/drawing/2014/main" id="{70F5835A-8F4F-4998-AEF2-05858265BD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1C78E8A-D6B6-4510-A3FD-F278D127D36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441F11-3D2D-4914-AFCA-46FC266BE3C7}" type="slidenum">
              <a:rPr lang="en-US" smtClean="0"/>
              <a:t>‹#›</a:t>
            </a:fld>
            <a:endParaRPr lang="en-US"/>
          </a:p>
        </p:txBody>
      </p:sp>
    </p:spTree>
    <p:extLst>
      <p:ext uri="{BB962C8B-B14F-4D97-AF65-F5344CB8AC3E}">
        <p14:creationId xmlns:p14="http://schemas.microsoft.com/office/powerpoint/2010/main" val="271579392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587999-515E-4A99-868D-6B38B39FDB9B}" type="datetimeFigureOut">
              <a:rPr lang="en-US" smtClean="0"/>
              <a:t>12/15/2025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B49778-3EC0-4C2A-9377-DF127D5BC249}" type="slidenum">
              <a:rPr lang="en-US" smtClean="0"/>
              <a:t>‹#›</a:t>
            </a:fld>
            <a:endParaRPr lang="en-US"/>
          </a:p>
        </p:txBody>
      </p:sp>
    </p:spTree>
    <p:extLst>
      <p:ext uri="{BB962C8B-B14F-4D97-AF65-F5344CB8AC3E}">
        <p14:creationId xmlns:p14="http://schemas.microsoft.com/office/powerpoint/2010/main" val="169578878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3AF29-9AFE-4AFB-A0ED-AC26E71677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E1FFE1-7B20-44CE-81BC-4A0318AB01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17098F-330A-4C63-818E-4A92D70D7BA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0C208A08-CB28-4C60-88F1-40B5EB512098}"/>
              </a:ext>
            </a:extLst>
          </p:cNvPr>
          <p:cNvSpPr>
            <a:spLocks noGrp="1"/>
          </p:cNvSpPr>
          <p:nvPr>
            <p:ph type="ftr" sz="quarter" idx="11"/>
          </p:nvPr>
        </p:nvSpPr>
        <p:spPr/>
        <p:txBody>
          <a:bodyPr/>
          <a:lstStyle/>
          <a:p>
            <a:r>
              <a:rPr lang="en-US"/>
              <a:t>© 2021 Copyright dunnhumby / All rights reserved </a:t>
            </a:r>
          </a:p>
        </p:txBody>
      </p:sp>
      <p:sp>
        <p:nvSpPr>
          <p:cNvPr id="6" name="Slide Number Placeholder 5">
            <a:extLst>
              <a:ext uri="{FF2B5EF4-FFF2-40B4-BE49-F238E27FC236}">
                <a16:creationId xmlns:a16="http://schemas.microsoft.com/office/drawing/2014/main" id="{E3FF288F-5045-41CA-B36F-E5E555058B71}"/>
              </a:ext>
            </a:extLst>
          </p:cNvPr>
          <p:cNvSpPr>
            <a:spLocks noGrp="1"/>
          </p:cNvSpPr>
          <p:nvPr>
            <p:ph type="sldNum" sz="quarter" idx="12"/>
          </p:nvPr>
        </p:nvSpPr>
        <p:spPr/>
        <p:txBody>
          <a:bodyPr/>
          <a:lstStyle/>
          <a:p>
            <a:fld id="{D60DFF3B-7C2D-4FAA-AA61-E65C31541D4C}" type="slidenum">
              <a:rPr lang="en-US" smtClean="0"/>
              <a:t>‹#›</a:t>
            </a:fld>
            <a:endParaRPr lang="en-US"/>
          </a:p>
        </p:txBody>
      </p:sp>
    </p:spTree>
    <p:extLst>
      <p:ext uri="{BB962C8B-B14F-4D97-AF65-F5344CB8AC3E}">
        <p14:creationId xmlns:p14="http://schemas.microsoft.com/office/powerpoint/2010/main" val="2603514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BD5D1-2FD8-4C23-BF7D-72AD964D5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3D5FEB-AA34-4858-85F9-63536A2541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722052-68E3-4EF0-A18E-BC1D8F65AC5B}"/>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184A04A6-EB42-49F4-94A7-9F26BEBA1BF5}"/>
              </a:ext>
            </a:extLst>
          </p:cNvPr>
          <p:cNvSpPr>
            <a:spLocks noGrp="1"/>
          </p:cNvSpPr>
          <p:nvPr>
            <p:ph type="ftr" sz="quarter" idx="11"/>
          </p:nvPr>
        </p:nvSpPr>
        <p:spPr/>
        <p:txBody>
          <a:bodyPr/>
          <a:lstStyle/>
          <a:p>
            <a:r>
              <a:rPr lang="en-US"/>
              <a:t>© 2021 Copyright dunnhumby / All rights reserved </a:t>
            </a:r>
          </a:p>
        </p:txBody>
      </p:sp>
      <p:sp>
        <p:nvSpPr>
          <p:cNvPr id="6" name="Slide Number Placeholder 5">
            <a:extLst>
              <a:ext uri="{FF2B5EF4-FFF2-40B4-BE49-F238E27FC236}">
                <a16:creationId xmlns:a16="http://schemas.microsoft.com/office/drawing/2014/main" id="{84E24B09-8E37-4AB4-810D-51B63D666BA0}"/>
              </a:ext>
            </a:extLst>
          </p:cNvPr>
          <p:cNvSpPr>
            <a:spLocks noGrp="1"/>
          </p:cNvSpPr>
          <p:nvPr>
            <p:ph type="sldNum" sz="quarter" idx="12"/>
          </p:nvPr>
        </p:nvSpPr>
        <p:spPr/>
        <p:txBody>
          <a:bodyPr/>
          <a:lstStyle/>
          <a:p>
            <a:fld id="{D60DFF3B-7C2D-4FAA-AA61-E65C31541D4C}" type="slidenum">
              <a:rPr lang="en-US" smtClean="0"/>
              <a:t>‹#›</a:t>
            </a:fld>
            <a:endParaRPr lang="en-US"/>
          </a:p>
        </p:txBody>
      </p:sp>
    </p:spTree>
    <p:extLst>
      <p:ext uri="{BB962C8B-B14F-4D97-AF65-F5344CB8AC3E}">
        <p14:creationId xmlns:p14="http://schemas.microsoft.com/office/powerpoint/2010/main" val="889647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00F28-54EA-4419-95F8-E0DA844108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05E4B0-CF7D-4D94-A897-65DF6327B8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D11531-52F9-40B9-95E3-1ECB4643E77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A9EE44BF-6886-4EE1-93E6-4BD2B53203B1}"/>
              </a:ext>
            </a:extLst>
          </p:cNvPr>
          <p:cNvSpPr>
            <a:spLocks noGrp="1"/>
          </p:cNvSpPr>
          <p:nvPr>
            <p:ph type="ftr" sz="quarter" idx="11"/>
          </p:nvPr>
        </p:nvSpPr>
        <p:spPr/>
        <p:txBody>
          <a:bodyPr/>
          <a:lstStyle/>
          <a:p>
            <a:r>
              <a:rPr lang="en-US"/>
              <a:t>© 2021 Copyright dunnhumby / All rights reserved </a:t>
            </a:r>
          </a:p>
        </p:txBody>
      </p:sp>
      <p:sp>
        <p:nvSpPr>
          <p:cNvPr id="6" name="Slide Number Placeholder 5">
            <a:extLst>
              <a:ext uri="{FF2B5EF4-FFF2-40B4-BE49-F238E27FC236}">
                <a16:creationId xmlns:a16="http://schemas.microsoft.com/office/drawing/2014/main" id="{8588962A-560E-424A-A0AB-75252CC6C4B9}"/>
              </a:ext>
            </a:extLst>
          </p:cNvPr>
          <p:cNvSpPr>
            <a:spLocks noGrp="1"/>
          </p:cNvSpPr>
          <p:nvPr>
            <p:ph type="sldNum" sz="quarter" idx="12"/>
          </p:nvPr>
        </p:nvSpPr>
        <p:spPr/>
        <p:txBody>
          <a:bodyPr/>
          <a:lstStyle/>
          <a:p>
            <a:fld id="{D60DFF3B-7C2D-4FAA-AA61-E65C31541D4C}" type="slidenum">
              <a:rPr lang="en-US" smtClean="0"/>
              <a:t>‹#›</a:t>
            </a:fld>
            <a:endParaRPr lang="en-US"/>
          </a:p>
        </p:txBody>
      </p:sp>
    </p:spTree>
    <p:extLst>
      <p:ext uri="{BB962C8B-B14F-4D97-AF65-F5344CB8AC3E}">
        <p14:creationId xmlns:p14="http://schemas.microsoft.com/office/powerpoint/2010/main" val="632237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B45D-B52C-47A6-B8A8-BEF507574B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791948-68D7-45DD-9F79-B501694EBF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2A2295-029F-41C1-BD0A-1C225A9432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A22D9D-C267-4183-A889-D48293EFDC7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925141C-703E-41CC-98EC-79F94CF55000}"/>
              </a:ext>
            </a:extLst>
          </p:cNvPr>
          <p:cNvSpPr>
            <a:spLocks noGrp="1"/>
          </p:cNvSpPr>
          <p:nvPr>
            <p:ph type="ftr" sz="quarter" idx="11"/>
          </p:nvPr>
        </p:nvSpPr>
        <p:spPr/>
        <p:txBody>
          <a:bodyPr/>
          <a:lstStyle/>
          <a:p>
            <a:r>
              <a:rPr lang="en-US"/>
              <a:t>© 2021 Copyright dunnhumby / All rights reserved </a:t>
            </a:r>
          </a:p>
        </p:txBody>
      </p:sp>
      <p:sp>
        <p:nvSpPr>
          <p:cNvPr id="7" name="Slide Number Placeholder 6">
            <a:extLst>
              <a:ext uri="{FF2B5EF4-FFF2-40B4-BE49-F238E27FC236}">
                <a16:creationId xmlns:a16="http://schemas.microsoft.com/office/drawing/2014/main" id="{123C0C7B-5323-490F-9029-1D23C2350553}"/>
              </a:ext>
            </a:extLst>
          </p:cNvPr>
          <p:cNvSpPr>
            <a:spLocks noGrp="1"/>
          </p:cNvSpPr>
          <p:nvPr>
            <p:ph type="sldNum" sz="quarter" idx="12"/>
          </p:nvPr>
        </p:nvSpPr>
        <p:spPr/>
        <p:txBody>
          <a:bodyPr/>
          <a:lstStyle/>
          <a:p>
            <a:fld id="{D60DFF3B-7C2D-4FAA-AA61-E65C31541D4C}" type="slidenum">
              <a:rPr lang="en-US" smtClean="0"/>
              <a:t>‹#›</a:t>
            </a:fld>
            <a:endParaRPr lang="en-US"/>
          </a:p>
        </p:txBody>
      </p:sp>
    </p:spTree>
    <p:extLst>
      <p:ext uri="{BB962C8B-B14F-4D97-AF65-F5344CB8AC3E}">
        <p14:creationId xmlns:p14="http://schemas.microsoft.com/office/powerpoint/2010/main" val="1878069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0D223-E52E-48A4-98FE-35F5E7CDC19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EADF42-9C63-461E-A61F-034D1ED514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F0142E-6DD6-4A36-B1C3-CE1BEBC3C3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3FEC78-2230-425C-AF8E-EC52DE3333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E51D0A-C89B-43F8-9875-8BF2804A56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93799B-F1E2-4D5C-B5AA-C6415CCAC554}"/>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EF23B801-3777-4E87-855E-6AA6DC4FF405}"/>
              </a:ext>
            </a:extLst>
          </p:cNvPr>
          <p:cNvSpPr>
            <a:spLocks noGrp="1"/>
          </p:cNvSpPr>
          <p:nvPr>
            <p:ph type="ftr" sz="quarter" idx="11"/>
          </p:nvPr>
        </p:nvSpPr>
        <p:spPr/>
        <p:txBody>
          <a:bodyPr/>
          <a:lstStyle/>
          <a:p>
            <a:r>
              <a:rPr lang="en-US"/>
              <a:t>© 2021 Copyright dunnhumby / All rights reserved </a:t>
            </a:r>
          </a:p>
        </p:txBody>
      </p:sp>
      <p:sp>
        <p:nvSpPr>
          <p:cNvPr id="9" name="Slide Number Placeholder 8">
            <a:extLst>
              <a:ext uri="{FF2B5EF4-FFF2-40B4-BE49-F238E27FC236}">
                <a16:creationId xmlns:a16="http://schemas.microsoft.com/office/drawing/2014/main" id="{76BFAFCA-BD8A-493E-B21C-95ADFA143CFF}"/>
              </a:ext>
            </a:extLst>
          </p:cNvPr>
          <p:cNvSpPr>
            <a:spLocks noGrp="1"/>
          </p:cNvSpPr>
          <p:nvPr>
            <p:ph type="sldNum" sz="quarter" idx="12"/>
          </p:nvPr>
        </p:nvSpPr>
        <p:spPr/>
        <p:txBody>
          <a:bodyPr/>
          <a:lstStyle/>
          <a:p>
            <a:fld id="{D60DFF3B-7C2D-4FAA-AA61-E65C31541D4C}" type="slidenum">
              <a:rPr lang="en-US" smtClean="0"/>
              <a:t>‹#›</a:t>
            </a:fld>
            <a:endParaRPr lang="en-US"/>
          </a:p>
        </p:txBody>
      </p:sp>
    </p:spTree>
    <p:extLst>
      <p:ext uri="{BB962C8B-B14F-4D97-AF65-F5344CB8AC3E}">
        <p14:creationId xmlns:p14="http://schemas.microsoft.com/office/powerpoint/2010/main" val="1316656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CA9C1-2B7F-4A20-A80D-46C2BE54FE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E6EEC2-1EFC-44BC-91C7-5249CA5BCF7F}"/>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6E927498-7B2B-476D-A9F8-37A04E5B699E}"/>
              </a:ext>
            </a:extLst>
          </p:cNvPr>
          <p:cNvSpPr>
            <a:spLocks noGrp="1"/>
          </p:cNvSpPr>
          <p:nvPr>
            <p:ph type="ftr" sz="quarter" idx="11"/>
          </p:nvPr>
        </p:nvSpPr>
        <p:spPr/>
        <p:txBody>
          <a:bodyPr/>
          <a:lstStyle/>
          <a:p>
            <a:r>
              <a:rPr lang="en-US"/>
              <a:t>© 2021 Copyright dunnhumby / All rights reserved </a:t>
            </a:r>
          </a:p>
        </p:txBody>
      </p:sp>
      <p:sp>
        <p:nvSpPr>
          <p:cNvPr id="5" name="Slide Number Placeholder 4">
            <a:extLst>
              <a:ext uri="{FF2B5EF4-FFF2-40B4-BE49-F238E27FC236}">
                <a16:creationId xmlns:a16="http://schemas.microsoft.com/office/drawing/2014/main" id="{7C16AA67-10A9-46B3-B418-17132ADC379F}"/>
              </a:ext>
            </a:extLst>
          </p:cNvPr>
          <p:cNvSpPr>
            <a:spLocks noGrp="1"/>
          </p:cNvSpPr>
          <p:nvPr>
            <p:ph type="sldNum" sz="quarter" idx="12"/>
          </p:nvPr>
        </p:nvSpPr>
        <p:spPr/>
        <p:txBody>
          <a:bodyPr/>
          <a:lstStyle/>
          <a:p>
            <a:fld id="{D60DFF3B-7C2D-4FAA-AA61-E65C31541D4C}" type="slidenum">
              <a:rPr lang="en-US" smtClean="0"/>
              <a:t>‹#›</a:t>
            </a:fld>
            <a:endParaRPr lang="en-US"/>
          </a:p>
        </p:txBody>
      </p:sp>
    </p:spTree>
    <p:extLst>
      <p:ext uri="{BB962C8B-B14F-4D97-AF65-F5344CB8AC3E}">
        <p14:creationId xmlns:p14="http://schemas.microsoft.com/office/powerpoint/2010/main" val="3071301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099987-6321-4A41-BA19-FBB9637D57C3}"/>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C0A2617D-C2CC-4BD7-8CE8-A428D955F689}"/>
              </a:ext>
            </a:extLst>
          </p:cNvPr>
          <p:cNvSpPr>
            <a:spLocks noGrp="1"/>
          </p:cNvSpPr>
          <p:nvPr>
            <p:ph type="ftr" sz="quarter" idx="11"/>
          </p:nvPr>
        </p:nvSpPr>
        <p:spPr/>
        <p:txBody>
          <a:bodyPr/>
          <a:lstStyle/>
          <a:p>
            <a:r>
              <a:rPr lang="en-US"/>
              <a:t>© 2021 Copyright dunnhumby / All rights reserved </a:t>
            </a:r>
          </a:p>
        </p:txBody>
      </p:sp>
      <p:sp>
        <p:nvSpPr>
          <p:cNvPr id="4" name="Slide Number Placeholder 3">
            <a:extLst>
              <a:ext uri="{FF2B5EF4-FFF2-40B4-BE49-F238E27FC236}">
                <a16:creationId xmlns:a16="http://schemas.microsoft.com/office/drawing/2014/main" id="{BAC2916D-8400-4A3F-AD11-F6933379346D}"/>
              </a:ext>
            </a:extLst>
          </p:cNvPr>
          <p:cNvSpPr>
            <a:spLocks noGrp="1"/>
          </p:cNvSpPr>
          <p:nvPr>
            <p:ph type="sldNum" sz="quarter" idx="12"/>
          </p:nvPr>
        </p:nvSpPr>
        <p:spPr/>
        <p:txBody>
          <a:bodyPr/>
          <a:lstStyle/>
          <a:p>
            <a:fld id="{D60DFF3B-7C2D-4FAA-AA61-E65C31541D4C}" type="slidenum">
              <a:rPr lang="en-US" smtClean="0"/>
              <a:t>‹#›</a:t>
            </a:fld>
            <a:endParaRPr lang="en-US" dirty="0"/>
          </a:p>
        </p:txBody>
      </p:sp>
    </p:spTree>
    <p:extLst>
      <p:ext uri="{BB962C8B-B14F-4D97-AF65-F5344CB8AC3E}">
        <p14:creationId xmlns:p14="http://schemas.microsoft.com/office/powerpoint/2010/main" val="556448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F79BC-A209-49F8-A6EC-CE6E9578E0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B2242E-4CBE-43ED-9367-A9DCE2BE43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8CC803-4662-4BBD-8F77-546B27A42F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443D04-4984-4B90-8B13-A5A80EBC6C39}"/>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66DDA47D-BE3C-4409-8E51-52CCDE5FAA1A}"/>
              </a:ext>
            </a:extLst>
          </p:cNvPr>
          <p:cNvSpPr>
            <a:spLocks noGrp="1"/>
          </p:cNvSpPr>
          <p:nvPr>
            <p:ph type="ftr" sz="quarter" idx="11"/>
          </p:nvPr>
        </p:nvSpPr>
        <p:spPr/>
        <p:txBody>
          <a:bodyPr/>
          <a:lstStyle/>
          <a:p>
            <a:r>
              <a:rPr lang="en-US"/>
              <a:t>© 2021 Copyright dunnhumby / All rights reserved </a:t>
            </a:r>
          </a:p>
        </p:txBody>
      </p:sp>
      <p:sp>
        <p:nvSpPr>
          <p:cNvPr id="7" name="Slide Number Placeholder 6">
            <a:extLst>
              <a:ext uri="{FF2B5EF4-FFF2-40B4-BE49-F238E27FC236}">
                <a16:creationId xmlns:a16="http://schemas.microsoft.com/office/drawing/2014/main" id="{9C78590E-427F-4944-B82B-FD82BDDC8A91}"/>
              </a:ext>
            </a:extLst>
          </p:cNvPr>
          <p:cNvSpPr>
            <a:spLocks noGrp="1"/>
          </p:cNvSpPr>
          <p:nvPr>
            <p:ph type="sldNum" sz="quarter" idx="12"/>
          </p:nvPr>
        </p:nvSpPr>
        <p:spPr/>
        <p:txBody>
          <a:bodyPr/>
          <a:lstStyle/>
          <a:p>
            <a:fld id="{D60DFF3B-7C2D-4FAA-AA61-E65C31541D4C}" type="slidenum">
              <a:rPr lang="en-US" smtClean="0"/>
              <a:t>‹#›</a:t>
            </a:fld>
            <a:endParaRPr lang="en-US"/>
          </a:p>
        </p:txBody>
      </p:sp>
    </p:spTree>
    <p:extLst>
      <p:ext uri="{BB962C8B-B14F-4D97-AF65-F5344CB8AC3E}">
        <p14:creationId xmlns:p14="http://schemas.microsoft.com/office/powerpoint/2010/main" val="2002142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CD343-549D-4902-92F9-E962009A93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AF54A6-6B6B-4704-B139-5513E72FB7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A77210-C717-4C8C-BB9B-284ABF130F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5EACA0-EB6C-4FE2-8C1F-5EE2BBE5D48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4B13B637-9DAE-4ECF-A219-60F1EF7F83CC}"/>
              </a:ext>
            </a:extLst>
          </p:cNvPr>
          <p:cNvSpPr>
            <a:spLocks noGrp="1"/>
          </p:cNvSpPr>
          <p:nvPr>
            <p:ph type="ftr" sz="quarter" idx="11"/>
          </p:nvPr>
        </p:nvSpPr>
        <p:spPr/>
        <p:txBody>
          <a:bodyPr/>
          <a:lstStyle/>
          <a:p>
            <a:r>
              <a:rPr lang="en-US"/>
              <a:t>© 2021 Copyright dunnhumby / All rights reserved </a:t>
            </a:r>
          </a:p>
        </p:txBody>
      </p:sp>
      <p:sp>
        <p:nvSpPr>
          <p:cNvPr id="7" name="Slide Number Placeholder 6">
            <a:extLst>
              <a:ext uri="{FF2B5EF4-FFF2-40B4-BE49-F238E27FC236}">
                <a16:creationId xmlns:a16="http://schemas.microsoft.com/office/drawing/2014/main" id="{E4E74164-BDA3-465D-B7ED-511E9547523A}"/>
              </a:ext>
            </a:extLst>
          </p:cNvPr>
          <p:cNvSpPr>
            <a:spLocks noGrp="1"/>
          </p:cNvSpPr>
          <p:nvPr>
            <p:ph type="sldNum" sz="quarter" idx="12"/>
          </p:nvPr>
        </p:nvSpPr>
        <p:spPr/>
        <p:txBody>
          <a:bodyPr/>
          <a:lstStyle/>
          <a:p>
            <a:fld id="{D60DFF3B-7C2D-4FAA-AA61-E65C31541D4C}" type="slidenum">
              <a:rPr lang="en-US" smtClean="0"/>
              <a:t>‹#›</a:t>
            </a:fld>
            <a:endParaRPr lang="en-US"/>
          </a:p>
        </p:txBody>
      </p:sp>
    </p:spTree>
    <p:extLst>
      <p:ext uri="{BB962C8B-B14F-4D97-AF65-F5344CB8AC3E}">
        <p14:creationId xmlns:p14="http://schemas.microsoft.com/office/powerpoint/2010/main" val="582494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688CD-353B-4DAA-93EC-1FD63BB8DF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3BFE15-276E-4964-A0EC-8C59D53745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425008-2D78-4EEF-BA2D-824708AF0F93}"/>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2FE4F3C0-EEC0-4BC2-8086-565738031901}"/>
              </a:ext>
            </a:extLst>
          </p:cNvPr>
          <p:cNvSpPr>
            <a:spLocks noGrp="1"/>
          </p:cNvSpPr>
          <p:nvPr>
            <p:ph type="ftr" sz="quarter" idx="11"/>
          </p:nvPr>
        </p:nvSpPr>
        <p:spPr/>
        <p:txBody>
          <a:bodyPr/>
          <a:lstStyle/>
          <a:p>
            <a:r>
              <a:rPr lang="en-US"/>
              <a:t>© 2021 Copyright dunnhumby / All rights reserved </a:t>
            </a:r>
          </a:p>
        </p:txBody>
      </p:sp>
      <p:sp>
        <p:nvSpPr>
          <p:cNvPr id="6" name="Slide Number Placeholder 5">
            <a:extLst>
              <a:ext uri="{FF2B5EF4-FFF2-40B4-BE49-F238E27FC236}">
                <a16:creationId xmlns:a16="http://schemas.microsoft.com/office/drawing/2014/main" id="{4DE92EAF-BC70-4F86-BBE3-2BF60F86F415}"/>
              </a:ext>
            </a:extLst>
          </p:cNvPr>
          <p:cNvSpPr>
            <a:spLocks noGrp="1"/>
          </p:cNvSpPr>
          <p:nvPr>
            <p:ph type="sldNum" sz="quarter" idx="12"/>
          </p:nvPr>
        </p:nvSpPr>
        <p:spPr/>
        <p:txBody>
          <a:bodyPr/>
          <a:lstStyle/>
          <a:p>
            <a:fld id="{D60DFF3B-7C2D-4FAA-AA61-E65C31541D4C}" type="slidenum">
              <a:rPr lang="en-US" smtClean="0"/>
              <a:t>‹#›</a:t>
            </a:fld>
            <a:endParaRPr lang="en-US"/>
          </a:p>
        </p:txBody>
      </p:sp>
    </p:spTree>
    <p:extLst>
      <p:ext uri="{BB962C8B-B14F-4D97-AF65-F5344CB8AC3E}">
        <p14:creationId xmlns:p14="http://schemas.microsoft.com/office/powerpoint/2010/main" val="1396608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963389-F53C-437B-BCC3-E288E950D3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2F6487-5752-4E0D-A6DA-8B90C0646A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482BF-11D2-47A0-8C36-F266E71C4683}"/>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070FA88E-15C0-4BE6-B39D-5BDE23F0552F}"/>
              </a:ext>
            </a:extLst>
          </p:cNvPr>
          <p:cNvSpPr>
            <a:spLocks noGrp="1"/>
          </p:cNvSpPr>
          <p:nvPr>
            <p:ph type="ftr" sz="quarter" idx="11"/>
          </p:nvPr>
        </p:nvSpPr>
        <p:spPr/>
        <p:txBody>
          <a:bodyPr/>
          <a:lstStyle/>
          <a:p>
            <a:r>
              <a:rPr lang="en-US"/>
              <a:t>© 2021 Copyright dunnhumby / All rights reserved </a:t>
            </a:r>
          </a:p>
        </p:txBody>
      </p:sp>
      <p:sp>
        <p:nvSpPr>
          <p:cNvPr id="6" name="Slide Number Placeholder 5">
            <a:extLst>
              <a:ext uri="{FF2B5EF4-FFF2-40B4-BE49-F238E27FC236}">
                <a16:creationId xmlns:a16="http://schemas.microsoft.com/office/drawing/2014/main" id="{D55CA8D6-3FAF-459F-A5F7-294693F3DF81}"/>
              </a:ext>
            </a:extLst>
          </p:cNvPr>
          <p:cNvSpPr>
            <a:spLocks noGrp="1"/>
          </p:cNvSpPr>
          <p:nvPr>
            <p:ph type="sldNum" sz="quarter" idx="12"/>
          </p:nvPr>
        </p:nvSpPr>
        <p:spPr/>
        <p:txBody>
          <a:bodyPr/>
          <a:lstStyle/>
          <a:p>
            <a:fld id="{D60DFF3B-7C2D-4FAA-AA61-E65C31541D4C}" type="slidenum">
              <a:rPr lang="en-US" smtClean="0"/>
              <a:t>‹#›</a:t>
            </a:fld>
            <a:endParaRPr lang="en-US"/>
          </a:p>
        </p:txBody>
      </p:sp>
    </p:spTree>
    <p:extLst>
      <p:ext uri="{BB962C8B-B14F-4D97-AF65-F5344CB8AC3E}">
        <p14:creationId xmlns:p14="http://schemas.microsoft.com/office/powerpoint/2010/main" val="2457182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99095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Full Page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35DC0-5B7B-E74D-AB1E-1A17A232E666}"/>
              </a:ext>
            </a:extLst>
          </p:cNvPr>
          <p:cNvSpPr>
            <a:spLocks noGrp="1"/>
          </p:cNvSpPr>
          <p:nvPr>
            <p:ph type="title" hasCustomPrompt="1"/>
          </p:nvPr>
        </p:nvSpPr>
        <p:spPr>
          <a:xfrm>
            <a:off x="387377" y="602673"/>
            <a:ext cx="11430667" cy="405245"/>
          </a:xfrm>
          <a:prstGeom prst="rect">
            <a:avLst/>
          </a:prstGeom>
        </p:spPr>
        <p:txBody>
          <a:bodyPr lIns="0" tIns="0" rIns="0" bIns="0" anchor="t">
            <a:normAutofit/>
          </a:bodyPr>
          <a:lstStyle>
            <a:lvl1pPr>
              <a:lnSpc>
                <a:spcPts val="2400"/>
              </a:lnSpc>
              <a:defRPr sz="2400" b="1">
                <a:latin typeface="Arial" panose="020B0604020202020204" pitchFamily="34" charset="0"/>
                <a:cs typeface="Arial" panose="020B0604020202020204" pitchFamily="34" charset="0"/>
              </a:defRPr>
            </a:lvl1pPr>
          </a:lstStyle>
          <a:p>
            <a:r>
              <a:rPr lang="en-US" dirty="0"/>
              <a:t>Click to edit title</a:t>
            </a:r>
          </a:p>
        </p:txBody>
      </p:sp>
      <p:cxnSp>
        <p:nvCxnSpPr>
          <p:cNvPr id="4" name="Straight Connector 3">
            <a:extLst>
              <a:ext uri="{FF2B5EF4-FFF2-40B4-BE49-F238E27FC236}">
                <a16:creationId xmlns:a16="http://schemas.microsoft.com/office/drawing/2014/main" id="{73973DCD-103D-BC41-8FAF-76D9F30FC6E7}"/>
              </a:ext>
            </a:extLst>
          </p:cNvPr>
          <p:cNvCxnSpPr>
            <a:cxnSpLocks/>
          </p:cNvCxnSpPr>
          <p:nvPr userDrawn="1"/>
        </p:nvCxnSpPr>
        <p:spPr>
          <a:xfrm>
            <a:off x="387377" y="358815"/>
            <a:ext cx="1143066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C83801A-5B71-0346-BB5E-64682AC890CC}"/>
              </a:ext>
            </a:extLst>
          </p:cNvPr>
          <p:cNvCxnSpPr/>
          <p:nvPr userDrawn="1"/>
        </p:nvCxnSpPr>
        <p:spPr>
          <a:xfrm>
            <a:off x="625475" y="6415404"/>
            <a:ext cx="0" cy="18243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DA8D095A-294C-6E40-8136-19E65E627CBF}"/>
              </a:ext>
            </a:extLst>
          </p:cNvPr>
          <p:cNvSpPr>
            <a:spLocks noGrp="1"/>
          </p:cNvSpPr>
          <p:nvPr>
            <p:ph type="body" sz="quarter" idx="15" hasCustomPrompt="1"/>
          </p:nvPr>
        </p:nvSpPr>
        <p:spPr>
          <a:xfrm>
            <a:off x="386844" y="1393367"/>
            <a:ext cx="11431200" cy="4721684"/>
          </a:xfrm>
          <a:prstGeom prst="rect">
            <a:avLst/>
          </a:prstGeom>
        </p:spPr>
        <p:txBody>
          <a:bodyPr lIns="0" tIns="0"/>
          <a:lstStyle>
            <a:lvl1pPr marL="0" indent="0">
              <a:lnSpc>
                <a:spcPct val="130000"/>
              </a:lnSpc>
              <a:spcBef>
                <a:spcPts val="0"/>
              </a:spcBef>
              <a:spcAft>
                <a:spcPts val="0"/>
              </a:spcAft>
              <a:buClrTx/>
              <a:buSzPct val="100000"/>
              <a:buFont typeface="Arial"/>
              <a:buNone/>
              <a:defRPr sz="1800" baseline="0"/>
            </a:lvl1pPr>
          </a:lstStyle>
          <a:p>
            <a:pPr lvl="0"/>
            <a:r>
              <a:rPr lang="en-US" dirty="0"/>
              <a:t>Click to edit text</a:t>
            </a:r>
          </a:p>
        </p:txBody>
      </p:sp>
      <p:sp>
        <p:nvSpPr>
          <p:cNvPr id="3" name="Footer Placeholder 2">
            <a:extLst>
              <a:ext uri="{FF2B5EF4-FFF2-40B4-BE49-F238E27FC236}">
                <a16:creationId xmlns:a16="http://schemas.microsoft.com/office/drawing/2014/main" id="{3271D1CD-A530-49EC-BB63-35785683866D}"/>
              </a:ext>
            </a:extLst>
          </p:cNvPr>
          <p:cNvSpPr>
            <a:spLocks noGrp="1"/>
          </p:cNvSpPr>
          <p:nvPr>
            <p:ph type="ftr" sz="quarter" idx="16"/>
          </p:nvPr>
        </p:nvSpPr>
        <p:spPr/>
        <p:txBody>
          <a:bodyPr/>
          <a:lstStyle/>
          <a:p>
            <a:r>
              <a:rPr lang="en-US"/>
              <a:t>© 2021 Copyright dunnhumby / All rights reserved </a:t>
            </a:r>
            <a:endParaRPr lang="en-US" dirty="0"/>
          </a:p>
        </p:txBody>
      </p:sp>
      <p:sp>
        <p:nvSpPr>
          <p:cNvPr id="5" name="Slide Number Placeholder 4">
            <a:extLst>
              <a:ext uri="{FF2B5EF4-FFF2-40B4-BE49-F238E27FC236}">
                <a16:creationId xmlns:a16="http://schemas.microsoft.com/office/drawing/2014/main" id="{CEFE6E1A-B6F3-49A6-B15D-32DEE0C92CE1}"/>
              </a:ext>
            </a:extLst>
          </p:cNvPr>
          <p:cNvSpPr>
            <a:spLocks noGrp="1"/>
          </p:cNvSpPr>
          <p:nvPr>
            <p:ph type="sldNum" sz="quarter" idx="17"/>
          </p:nvPr>
        </p:nvSpPr>
        <p:spPr/>
        <p:txBody>
          <a:bodyPr/>
          <a:lstStyle/>
          <a:p>
            <a:fld id="{D60DFF3B-7C2D-4FAA-AA61-E65C31541D4C}" type="slidenum">
              <a:rPr lang="en-US" smtClean="0"/>
              <a:t>‹#›</a:t>
            </a:fld>
            <a:endParaRPr lang="en-US" dirty="0"/>
          </a:p>
        </p:txBody>
      </p:sp>
    </p:spTree>
    <p:extLst>
      <p:ext uri="{BB962C8B-B14F-4D97-AF65-F5344CB8AC3E}">
        <p14:creationId xmlns:p14="http://schemas.microsoft.com/office/powerpoint/2010/main" val="12230667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3D1D66-0D73-DD49-A8C0-7714D6669D80}"/>
              </a:ext>
            </a:extLst>
          </p:cNvPr>
          <p:cNvSpPr/>
          <p:nvPr userDrawn="1"/>
        </p:nvSpPr>
        <p:spPr>
          <a:xfrm>
            <a:off x="0" y="0"/>
            <a:ext cx="12192000" cy="6858000"/>
          </a:xfrm>
          <a:prstGeom prst="rect">
            <a:avLst/>
          </a:prstGeom>
          <a:gradFill flip="none" rotWithShape="1">
            <a:gsLst>
              <a:gs pos="99000">
                <a:srgbClr val="2A1B6A"/>
              </a:gs>
              <a:gs pos="0">
                <a:srgbClr val="CF348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8B5FC4B-950D-7444-B7E7-967C6818BE60}"/>
              </a:ext>
            </a:extLst>
          </p:cNvPr>
          <p:cNvSpPr txBox="1"/>
          <p:nvPr userDrawn="1"/>
        </p:nvSpPr>
        <p:spPr>
          <a:xfrm>
            <a:off x="2878780" y="2545946"/>
            <a:ext cx="6434439" cy="677108"/>
          </a:xfrm>
          <a:prstGeom prst="rect">
            <a:avLst/>
          </a:prstGeom>
          <a:noFill/>
        </p:spPr>
        <p:txBody>
          <a:bodyPr wrap="square" lIns="0" tIns="0" rIns="0" bIns="0" rtlCol="0">
            <a:spAutoFit/>
          </a:bodyPr>
          <a:lstStyle/>
          <a:p>
            <a:pPr algn="ctr"/>
            <a:r>
              <a:rPr lang="en-US" sz="4400" b="1" dirty="0">
                <a:solidFill>
                  <a:schemeClr val="bg1"/>
                </a:solidFill>
                <a:latin typeface="Arial" panose="020B0604020202020204" pitchFamily="34" charset="0"/>
                <a:cs typeface="Arial" panose="020B0604020202020204" pitchFamily="34" charset="0"/>
              </a:rPr>
              <a:t>Thank you.</a:t>
            </a:r>
          </a:p>
        </p:txBody>
      </p:sp>
      <p:pic>
        <p:nvPicPr>
          <p:cNvPr id="8" name="Picture 7">
            <a:extLst>
              <a:ext uri="{FF2B5EF4-FFF2-40B4-BE49-F238E27FC236}">
                <a16:creationId xmlns:a16="http://schemas.microsoft.com/office/drawing/2014/main" id="{0AE71788-5842-8941-A832-A61894E08D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95134" y="3511287"/>
            <a:ext cx="5601730" cy="559137"/>
          </a:xfrm>
          <a:prstGeom prst="rect">
            <a:avLst/>
          </a:prstGeom>
        </p:spPr>
      </p:pic>
    </p:spTree>
    <p:extLst>
      <p:ext uri="{BB962C8B-B14F-4D97-AF65-F5344CB8AC3E}">
        <p14:creationId xmlns:p14="http://schemas.microsoft.com/office/powerpoint/2010/main" val="286021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5FE6DB8-8FAC-4143-BDB2-D650DD241162}"/>
              </a:ext>
            </a:extLst>
          </p:cNvPr>
          <p:cNvSpPr txBox="1">
            <a:spLocks noChangeArrowheads="1"/>
          </p:cNvSpPr>
          <p:nvPr userDrawn="1"/>
        </p:nvSpPr>
        <p:spPr>
          <a:xfrm>
            <a:off x="215900" y="6445251"/>
            <a:ext cx="406400" cy="322263"/>
          </a:xfrm>
          <a:prstGeom prst="rect">
            <a:avLst/>
          </a:prstGeom>
          <a:ln/>
        </p:spPr>
        <p:txBody>
          <a:bodyPr lIns="0" tIns="0" rIns="0" bIns="0" anchor="ctr"/>
          <a:lstStyle>
            <a:lvl1pPr eaLnBrk="0" hangingPunct="0">
              <a:defRPr sz="1400">
                <a:solidFill>
                  <a:schemeClr val="tx1"/>
                </a:solidFill>
                <a:latin typeface="Arial" pitchFamily="34" charset="0"/>
                <a:ea typeface="ＭＳ Ｐゴシック" pitchFamily="34" charset="-128"/>
              </a:defRPr>
            </a:lvl1pPr>
            <a:lvl2pPr marL="742950" indent="-285750" eaLnBrk="0" hangingPunct="0">
              <a:defRPr sz="1400">
                <a:solidFill>
                  <a:schemeClr val="tx1"/>
                </a:solidFill>
                <a:latin typeface="Arial" pitchFamily="34" charset="0"/>
                <a:ea typeface="ＭＳ Ｐゴシック" pitchFamily="34" charset="-128"/>
              </a:defRPr>
            </a:lvl2pPr>
            <a:lvl3pPr marL="1143000" indent="-228600" eaLnBrk="0" hangingPunct="0">
              <a:defRPr sz="1400">
                <a:solidFill>
                  <a:schemeClr val="tx1"/>
                </a:solidFill>
                <a:latin typeface="Arial" pitchFamily="34" charset="0"/>
                <a:ea typeface="ＭＳ Ｐゴシック" pitchFamily="34" charset="-128"/>
              </a:defRPr>
            </a:lvl3pPr>
            <a:lvl4pPr marL="1600200" indent="-228600" eaLnBrk="0" hangingPunct="0">
              <a:defRPr sz="1400">
                <a:solidFill>
                  <a:schemeClr val="tx1"/>
                </a:solidFill>
                <a:latin typeface="Arial" pitchFamily="34" charset="0"/>
                <a:ea typeface="ＭＳ Ｐゴシック" pitchFamily="34" charset="-128"/>
              </a:defRPr>
            </a:lvl4pPr>
            <a:lvl5pPr marL="2057400" indent="-228600" eaLnBrk="0" hangingPunct="0">
              <a:defRPr sz="1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400">
                <a:solidFill>
                  <a:schemeClr val="tx1"/>
                </a:solidFill>
                <a:latin typeface="Arial" pitchFamily="34" charset="0"/>
                <a:ea typeface="ＭＳ Ｐゴシック" pitchFamily="34" charset="-128"/>
              </a:defRPr>
            </a:lvl9pPr>
          </a:lstStyle>
          <a:p>
            <a:pPr algn="ctr" eaLnBrk="1" hangingPunct="1">
              <a:defRPr/>
            </a:pPr>
            <a:fld id="{A38737EE-CBCC-42C0-BED6-6C5BE5066460}" type="slidenum">
              <a:rPr lang="en-GB" sz="800" b="1" smtClean="0">
                <a:solidFill>
                  <a:schemeClr val="bg1"/>
                </a:solidFill>
              </a:rPr>
              <a:pPr algn="ctr" eaLnBrk="1" hangingPunct="1">
                <a:defRPr/>
              </a:pPr>
              <a:t>‹#›</a:t>
            </a:fld>
            <a:endParaRPr lang="en-GB" sz="800" b="1" dirty="0">
              <a:solidFill>
                <a:schemeClr val="bg1"/>
              </a:solidFill>
            </a:endParaRPr>
          </a:p>
        </p:txBody>
      </p:sp>
      <p:sp>
        <p:nvSpPr>
          <p:cNvPr id="28" name="Rectangle 2"/>
          <p:cNvSpPr>
            <a:spLocks noGrp="1" noChangeArrowheads="1"/>
          </p:cNvSpPr>
          <p:nvPr>
            <p:ph type="title"/>
          </p:nvPr>
        </p:nvSpPr>
        <p:spPr bwMode="auto">
          <a:xfrm>
            <a:off x="810685" y="609600"/>
            <a:ext cx="10570633" cy="457200"/>
          </a:xfrm>
          <a:prstGeom prst="rect">
            <a:avLst/>
          </a:prstGeom>
          <a:noFill/>
          <a:ln>
            <a:noFill/>
          </a:ln>
          <a:effectLst/>
        </p:spPr>
        <p:txBody>
          <a:bodyPr/>
          <a:lstStyle>
            <a:lvl1pPr>
              <a:defRPr baseline="0"/>
            </a:lvl1pPr>
          </a:lstStyle>
          <a:p>
            <a:pPr lvl="0"/>
            <a:r>
              <a:rPr lang="en-US" noProof="0"/>
              <a:t>Click to edit Master title style</a:t>
            </a:r>
            <a:endParaRPr lang="en-GB" noProof="0" dirty="0"/>
          </a:p>
        </p:txBody>
      </p:sp>
      <p:sp>
        <p:nvSpPr>
          <p:cNvPr id="31" name="Content Placeholder 30"/>
          <p:cNvSpPr>
            <a:spLocks noGrp="1"/>
          </p:cNvSpPr>
          <p:nvPr>
            <p:ph sz="quarter" idx="11"/>
          </p:nvPr>
        </p:nvSpPr>
        <p:spPr>
          <a:xfrm>
            <a:off x="810685" y="1295400"/>
            <a:ext cx="10570633" cy="495141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6" name="Date Placeholder 3">
            <a:extLst>
              <a:ext uri="{FF2B5EF4-FFF2-40B4-BE49-F238E27FC236}">
                <a16:creationId xmlns:a16="http://schemas.microsoft.com/office/drawing/2014/main" id="{3C6D7391-CAF8-4164-9126-47E66656DE3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7" name="Footer Placeholder 4">
            <a:extLst>
              <a:ext uri="{FF2B5EF4-FFF2-40B4-BE49-F238E27FC236}">
                <a16:creationId xmlns:a16="http://schemas.microsoft.com/office/drawing/2014/main" id="{C2B38772-FE4B-47EF-9E7F-19992CB18F33}"/>
              </a:ext>
            </a:extLst>
          </p:cNvPr>
          <p:cNvSpPr>
            <a:spLocks noGrp="1"/>
          </p:cNvSpPr>
          <p:nvPr>
            <p:ph type="ftr" sz="quarter" idx="12"/>
          </p:nvPr>
        </p:nvSpPr>
        <p:spPr>
          <a:xfrm>
            <a:off x="4038600" y="6356350"/>
            <a:ext cx="4114800" cy="365125"/>
          </a:xfrm>
        </p:spPr>
        <p:txBody>
          <a:bodyPr/>
          <a:lstStyle/>
          <a:p>
            <a:r>
              <a:rPr lang="en-US"/>
              <a:t>© 2021 Copyright dunnhumby / All rights reserved </a:t>
            </a:r>
          </a:p>
        </p:txBody>
      </p:sp>
      <p:sp>
        <p:nvSpPr>
          <p:cNvPr id="8" name="Slide Number Placeholder 5">
            <a:extLst>
              <a:ext uri="{FF2B5EF4-FFF2-40B4-BE49-F238E27FC236}">
                <a16:creationId xmlns:a16="http://schemas.microsoft.com/office/drawing/2014/main" id="{1FB011E4-E27D-4914-A56E-DA5DB0967278}"/>
              </a:ext>
            </a:extLst>
          </p:cNvPr>
          <p:cNvSpPr>
            <a:spLocks noGrp="1"/>
          </p:cNvSpPr>
          <p:nvPr>
            <p:ph type="sldNum" sz="quarter" idx="13"/>
          </p:nvPr>
        </p:nvSpPr>
        <p:spPr>
          <a:xfrm>
            <a:off x="8610600" y="6356350"/>
            <a:ext cx="2743200" cy="365125"/>
          </a:xfrm>
        </p:spPr>
        <p:txBody>
          <a:bodyPr/>
          <a:lstStyle/>
          <a:p>
            <a:fld id="{D60DFF3B-7C2D-4FAA-AA61-E65C31541D4C}" type="slidenum">
              <a:rPr lang="en-US" smtClean="0"/>
              <a:t>‹#›</a:t>
            </a:fld>
            <a:endParaRPr lang="en-US"/>
          </a:p>
        </p:txBody>
      </p:sp>
    </p:spTree>
    <p:extLst>
      <p:ext uri="{BB962C8B-B14F-4D97-AF65-F5344CB8AC3E}">
        <p14:creationId xmlns:p14="http://schemas.microsoft.com/office/powerpoint/2010/main" val="16030101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1F340-9035-43E2-8B93-CFC9261AECD6}"/>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A0BD22E9-EEFF-4B47-92F2-1598C0E94B78}"/>
              </a:ext>
            </a:extLst>
          </p:cNvPr>
          <p:cNvSpPr>
            <a:spLocks noGrp="1"/>
          </p:cNvSpPr>
          <p:nvPr>
            <p:ph type="ftr" sz="quarter" idx="10"/>
          </p:nvPr>
        </p:nvSpPr>
        <p:spPr/>
        <p:txBody>
          <a:bodyPr/>
          <a:lstStyle/>
          <a:p>
            <a:r>
              <a:rPr lang="en-US"/>
              <a:t>© 2021 Copyright dunnhumby / All rights reserved </a:t>
            </a:r>
            <a:endParaRPr lang="en-US" dirty="0"/>
          </a:p>
        </p:txBody>
      </p:sp>
      <p:sp>
        <p:nvSpPr>
          <p:cNvPr id="4" name="Slide Number Placeholder 3">
            <a:extLst>
              <a:ext uri="{FF2B5EF4-FFF2-40B4-BE49-F238E27FC236}">
                <a16:creationId xmlns:a16="http://schemas.microsoft.com/office/drawing/2014/main" id="{12592CBC-4F37-4183-9ED4-49021B695D98}"/>
              </a:ext>
            </a:extLst>
          </p:cNvPr>
          <p:cNvSpPr>
            <a:spLocks noGrp="1"/>
          </p:cNvSpPr>
          <p:nvPr>
            <p:ph type="sldNum" sz="quarter" idx="11"/>
          </p:nvPr>
        </p:nvSpPr>
        <p:spPr/>
        <p:txBody>
          <a:bodyPr/>
          <a:lstStyle/>
          <a:p>
            <a:fld id="{D60DFF3B-7C2D-4FAA-AA61-E65C31541D4C}" type="slidenum">
              <a:rPr lang="en-US" smtClean="0"/>
              <a:t>‹#›</a:t>
            </a:fld>
            <a:endParaRPr lang="en-US" dirty="0"/>
          </a:p>
        </p:txBody>
      </p:sp>
    </p:spTree>
    <p:extLst>
      <p:ext uri="{BB962C8B-B14F-4D97-AF65-F5344CB8AC3E}">
        <p14:creationId xmlns:p14="http://schemas.microsoft.com/office/powerpoint/2010/main" val="27564997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D1216-B92E-4A74-8477-D31E00AD97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562CDF9-9FB1-4FC0-A98F-6AC79E9668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E55350-9A50-4F02-9FF3-7911E02811A3}"/>
              </a:ext>
            </a:extLst>
          </p:cNvPr>
          <p:cNvSpPr>
            <a:spLocks noGrp="1"/>
          </p:cNvSpPr>
          <p:nvPr>
            <p:ph type="dt" sz="half" idx="10"/>
          </p:nvPr>
        </p:nvSpPr>
        <p:spPr/>
        <p:txBody>
          <a:bodyPr/>
          <a:lstStyle/>
          <a:p>
            <a:fld id="{591998D5-142B-46F2-8ACC-95F96E68C94B}" type="datetimeFigureOut">
              <a:rPr lang="en-US" smtClean="0"/>
              <a:t>12/15/2025</a:t>
            </a:fld>
            <a:endParaRPr lang="en-US"/>
          </a:p>
        </p:txBody>
      </p:sp>
      <p:sp>
        <p:nvSpPr>
          <p:cNvPr id="5" name="Footer Placeholder 4">
            <a:extLst>
              <a:ext uri="{FF2B5EF4-FFF2-40B4-BE49-F238E27FC236}">
                <a16:creationId xmlns:a16="http://schemas.microsoft.com/office/drawing/2014/main" id="{8AC17D5B-1B31-4FE7-AC21-63B97F9111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1489A5-F94D-47C7-8AF6-E44CBFA4A65B}"/>
              </a:ext>
            </a:extLst>
          </p:cNvPr>
          <p:cNvSpPr>
            <a:spLocks noGrp="1"/>
          </p:cNvSpPr>
          <p:nvPr>
            <p:ph type="sldNum" sz="quarter" idx="12"/>
          </p:nvPr>
        </p:nvSpPr>
        <p:spPr/>
        <p:txBody>
          <a:bodyPr/>
          <a:lstStyle/>
          <a:p>
            <a:fld id="{1113F9C8-696C-4F64-AC38-FB5AECCADADA}" type="slidenum">
              <a:rPr lang="en-US" smtClean="0"/>
              <a:t>‹#›</a:t>
            </a:fld>
            <a:endParaRPr lang="en-US"/>
          </a:p>
        </p:txBody>
      </p:sp>
    </p:spTree>
    <p:extLst>
      <p:ext uri="{BB962C8B-B14F-4D97-AF65-F5344CB8AC3E}">
        <p14:creationId xmlns:p14="http://schemas.microsoft.com/office/powerpoint/2010/main" val="1256300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70B21-AB62-4B9F-BAD5-B14DD57C8B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C68893-43FE-48D0-9E47-8C7682D54B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19D7AE-74B8-4C96-A0C2-BDB3D0BFDCBA}"/>
              </a:ext>
            </a:extLst>
          </p:cNvPr>
          <p:cNvSpPr>
            <a:spLocks noGrp="1"/>
          </p:cNvSpPr>
          <p:nvPr>
            <p:ph type="dt" sz="half" idx="10"/>
          </p:nvPr>
        </p:nvSpPr>
        <p:spPr/>
        <p:txBody>
          <a:bodyPr/>
          <a:lstStyle/>
          <a:p>
            <a:fld id="{591998D5-142B-46F2-8ACC-95F96E68C94B}" type="datetimeFigureOut">
              <a:rPr lang="en-US" smtClean="0"/>
              <a:t>12/15/2025</a:t>
            </a:fld>
            <a:endParaRPr lang="en-US"/>
          </a:p>
        </p:txBody>
      </p:sp>
      <p:sp>
        <p:nvSpPr>
          <p:cNvPr id="5" name="Footer Placeholder 4">
            <a:extLst>
              <a:ext uri="{FF2B5EF4-FFF2-40B4-BE49-F238E27FC236}">
                <a16:creationId xmlns:a16="http://schemas.microsoft.com/office/drawing/2014/main" id="{B30F5AD1-1505-4FD2-AB79-3B05D76679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69B7B8-30ED-4EC9-996A-3B28C71B172C}"/>
              </a:ext>
            </a:extLst>
          </p:cNvPr>
          <p:cNvSpPr>
            <a:spLocks noGrp="1"/>
          </p:cNvSpPr>
          <p:nvPr>
            <p:ph type="sldNum" sz="quarter" idx="12"/>
          </p:nvPr>
        </p:nvSpPr>
        <p:spPr/>
        <p:txBody>
          <a:bodyPr/>
          <a:lstStyle/>
          <a:p>
            <a:fld id="{1113F9C8-696C-4F64-AC38-FB5AECCADADA}" type="slidenum">
              <a:rPr lang="en-US" smtClean="0"/>
              <a:t>‹#›</a:t>
            </a:fld>
            <a:endParaRPr lang="en-US"/>
          </a:p>
        </p:txBody>
      </p:sp>
    </p:spTree>
    <p:extLst>
      <p:ext uri="{BB962C8B-B14F-4D97-AF65-F5344CB8AC3E}">
        <p14:creationId xmlns:p14="http://schemas.microsoft.com/office/powerpoint/2010/main" val="5537810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9CBFE-1300-4CB2-8F1F-AE325EE688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72A25B-9F25-4D6F-8D44-2E95F90B7B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2869D3-845F-4F9B-AD27-44390BE77B8F}"/>
              </a:ext>
            </a:extLst>
          </p:cNvPr>
          <p:cNvSpPr>
            <a:spLocks noGrp="1"/>
          </p:cNvSpPr>
          <p:nvPr>
            <p:ph type="dt" sz="half" idx="10"/>
          </p:nvPr>
        </p:nvSpPr>
        <p:spPr/>
        <p:txBody>
          <a:bodyPr/>
          <a:lstStyle/>
          <a:p>
            <a:fld id="{591998D5-142B-46F2-8ACC-95F96E68C94B}" type="datetimeFigureOut">
              <a:rPr lang="en-US" smtClean="0"/>
              <a:t>12/15/2025</a:t>
            </a:fld>
            <a:endParaRPr lang="en-US"/>
          </a:p>
        </p:txBody>
      </p:sp>
      <p:sp>
        <p:nvSpPr>
          <p:cNvPr id="5" name="Footer Placeholder 4">
            <a:extLst>
              <a:ext uri="{FF2B5EF4-FFF2-40B4-BE49-F238E27FC236}">
                <a16:creationId xmlns:a16="http://schemas.microsoft.com/office/drawing/2014/main" id="{BC08F363-1647-4DAD-A60C-BF57E9A292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6888C9-DC75-406F-BD47-34A558E316BF}"/>
              </a:ext>
            </a:extLst>
          </p:cNvPr>
          <p:cNvSpPr>
            <a:spLocks noGrp="1"/>
          </p:cNvSpPr>
          <p:nvPr>
            <p:ph type="sldNum" sz="quarter" idx="12"/>
          </p:nvPr>
        </p:nvSpPr>
        <p:spPr/>
        <p:txBody>
          <a:bodyPr/>
          <a:lstStyle/>
          <a:p>
            <a:fld id="{1113F9C8-696C-4F64-AC38-FB5AECCADADA}" type="slidenum">
              <a:rPr lang="en-US" smtClean="0"/>
              <a:t>‹#›</a:t>
            </a:fld>
            <a:endParaRPr lang="en-US"/>
          </a:p>
        </p:txBody>
      </p:sp>
    </p:spTree>
    <p:extLst>
      <p:ext uri="{BB962C8B-B14F-4D97-AF65-F5344CB8AC3E}">
        <p14:creationId xmlns:p14="http://schemas.microsoft.com/office/powerpoint/2010/main" val="18163055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E3F11-5C06-462D-BFEF-1C044E1772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979613-B51F-43DB-8618-95244908CE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2AFC61-F4D2-4A54-A4B5-8629923AA7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87BFF0-EE82-485C-9397-ABCC39CEC2FD}"/>
              </a:ext>
            </a:extLst>
          </p:cNvPr>
          <p:cNvSpPr>
            <a:spLocks noGrp="1"/>
          </p:cNvSpPr>
          <p:nvPr>
            <p:ph type="dt" sz="half" idx="10"/>
          </p:nvPr>
        </p:nvSpPr>
        <p:spPr/>
        <p:txBody>
          <a:bodyPr/>
          <a:lstStyle/>
          <a:p>
            <a:fld id="{591998D5-142B-46F2-8ACC-95F96E68C94B}" type="datetimeFigureOut">
              <a:rPr lang="en-US" smtClean="0"/>
              <a:t>12/15/2025</a:t>
            </a:fld>
            <a:endParaRPr lang="en-US"/>
          </a:p>
        </p:txBody>
      </p:sp>
      <p:sp>
        <p:nvSpPr>
          <p:cNvPr id="6" name="Footer Placeholder 5">
            <a:extLst>
              <a:ext uri="{FF2B5EF4-FFF2-40B4-BE49-F238E27FC236}">
                <a16:creationId xmlns:a16="http://schemas.microsoft.com/office/drawing/2014/main" id="{166B73DB-D8F6-469D-A6D4-B5CACDDEE5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5B5CE0-7156-429B-B925-A0D2A1BE13E5}"/>
              </a:ext>
            </a:extLst>
          </p:cNvPr>
          <p:cNvSpPr>
            <a:spLocks noGrp="1"/>
          </p:cNvSpPr>
          <p:nvPr>
            <p:ph type="sldNum" sz="quarter" idx="12"/>
          </p:nvPr>
        </p:nvSpPr>
        <p:spPr/>
        <p:txBody>
          <a:bodyPr/>
          <a:lstStyle/>
          <a:p>
            <a:fld id="{1113F9C8-696C-4F64-AC38-FB5AECCADADA}" type="slidenum">
              <a:rPr lang="en-US" smtClean="0"/>
              <a:t>‹#›</a:t>
            </a:fld>
            <a:endParaRPr lang="en-US"/>
          </a:p>
        </p:txBody>
      </p:sp>
    </p:spTree>
    <p:extLst>
      <p:ext uri="{BB962C8B-B14F-4D97-AF65-F5344CB8AC3E}">
        <p14:creationId xmlns:p14="http://schemas.microsoft.com/office/powerpoint/2010/main" val="27993287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D3EB8-BFBD-4D31-B643-B053040D57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6398FB-06E5-4C95-AD48-820B433EA3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FDE89C-528C-4610-A590-0EF1805FA2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0E9449-389D-42DF-9C63-9D0F27237A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2774F1-7AAF-4F94-B677-17882DD97E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78468E-9728-4ABB-BC0F-93DF83DB9305}"/>
              </a:ext>
            </a:extLst>
          </p:cNvPr>
          <p:cNvSpPr>
            <a:spLocks noGrp="1"/>
          </p:cNvSpPr>
          <p:nvPr>
            <p:ph type="dt" sz="half" idx="10"/>
          </p:nvPr>
        </p:nvSpPr>
        <p:spPr/>
        <p:txBody>
          <a:bodyPr/>
          <a:lstStyle/>
          <a:p>
            <a:fld id="{591998D5-142B-46F2-8ACC-95F96E68C94B}" type="datetimeFigureOut">
              <a:rPr lang="en-US" smtClean="0"/>
              <a:t>12/15/2025</a:t>
            </a:fld>
            <a:endParaRPr lang="en-US"/>
          </a:p>
        </p:txBody>
      </p:sp>
      <p:sp>
        <p:nvSpPr>
          <p:cNvPr id="8" name="Footer Placeholder 7">
            <a:extLst>
              <a:ext uri="{FF2B5EF4-FFF2-40B4-BE49-F238E27FC236}">
                <a16:creationId xmlns:a16="http://schemas.microsoft.com/office/drawing/2014/main" id="{8C48BCFD-4599-440C-A098-0C32310292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876005-D668-4730-A28B-BC4FD1E55862}"/>
              </a:ext>
            </a:extLst>
          </p:cNvPr>
          <p:cNvSpPr>
            <a:spLocks noGrp="1"/>
          </p:cNvSpPr>
          <p:nvPr>
            <p:ph type="sldNum" sz="quarter" idx="12"/>
          </p:nvPr>
        </p:nvSpPr>
        <p:spPr/>
        <p:txBody>
          <a:bodyPr/>
          <a:lstStyle/>
          <a:p>
            <a:fld id="{1113F9C8-696C-4F64-AC38-FB5AECCADADA}" type="slidenum">
              <a:rPr lang="en-US" smtClean="0"/>
              <a:t>‹#›</a:t>
            </a:fld>
            <a:endParaRPr lang="en-US"/>
          </a:p>
        </p:txBody>
      </p:sp>
    </p:spTree>
    <p:extLst>
      <p:ext uri="{BB962C8B-B14F-4D97-AF65-F5344CB8AC3E}">
        <p14:creationId xmlns:p14="http://schemas.microsoft.com/office/powerpoint/2010/main" val="7624881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D9287-48E8-42C7-A9CD-5B27BBAEF2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D0F6BF-C2ED-4D2F-97D8-042854F210F2}"/>
              </a:ext>
            </a:extLst>
          </p:cNvPr>
          <p:cNvSpPr>
            <a:spLocks noGrp="1"/>
          </p:cNvSpPr>
          <p:nvPr>
            <p:ph type="dt" sz="half" idx="10"/>
          </p:nvPr>
        </p:nvSpPr>
        <p:spPr/>
        <p:txBody>
          <a:bodyPr/>
          <a:lstStyle/>
          <a:p>
            <a:fld id="{591998D5-142B-46F2-8ACC-95F96E68C94B}" type="datetimeFigureOut">
              <a:rPr lang="en-US" smtClean="0"/>
              <a:t>12/15/2025</a:t>
            </a:fld>
            <a:endParaRPr lang="en-US"/>
          </a:p>
        </p:txBody>
      </p:sp>
      <p:sp>
        <p:nvSpPr>
          <p:cNvPr id="4" name="Footer Placeholder 3">
            <a:extLst>
              <a:ext uri="{FF2B5EF4-FFF2-40B4-BE49-F238E27FC236}">
                <a16:creationId xmlns:a16="http://schemas.microsoft.com/office/drawing/2014/main" id="{FA9F3835-F228-43BE-AF44-FFE68E52A0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1BB7DB9-168C-4ABD-AF38-5670DE987844}"/>
              </a:ext>
            </a:extLst>
          </p:cNvPr>
          <p:cNvSpPr>
            <a:spLocks noGrp="1"/>
          </p:cNvSpPr>
          <p:nvPr>
            <p:ph type="sldNum" sz="quarter" idx="12"/>
          </p:nvPr>
        </p:nvSpPr>
        <p:spPr/>
        <p:txBody>
          <a:bodyPr/>
          <a:lstStyle/>
          <a:p>
            <a:fld id="{1113F9C8-696C-4F64-AC38-FB5AECCADADA}" type="slidenum">
              <a:rPr lang="en-US" smtClean="0"/>
              <a:t>‹#›</a:t>
            </a:fld>
            <a:endParaRPr lang="en-US"/>
          </a:p>
        </p:txBody>
      </p:sp>
    </p:spTree>
    <p:extLst>
      <p:ext uri="{BB962C8B-B14F-4D97-AF65-F5344CB8AC3E}">
        <p14:creationId xmlns:p14="http://schemas.microsoft.com/office/powerpoint/2010/main" val="14499965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6DBA68-7513-4132-824B-345EC1094F50}"/>
              </a:ext>
            </a:extLst>
          </p:cNvPr>
          <p:cNvSpPr>
            <a:spLocks noGrp="1"/>
          </p:cNvSpPr>
          <p:nvPr>
            <p:ph type="dt" sz="half" idx="10"/>
          </p:nvPr>
        </p:nvSpPr>
        <p:spPr/>
        <p:txBody>
          <a:bodyPr/>
          <a:lstStyle/>
          <a:p>
            <a:fld id="{591998D5-142B-46F2-8ACC-95F96E68C94B}" type="datetimeFigureOut">
              <a:rPr lang="en-US" smtClean="0"/>
              <a:t>12/15/2025</a:t>
            </a:fld>
            <a:endParaRPr lang="en-US"/>
          </a:p>
        </p:txBody>
      </p:sp>
      <p:sp>
        <p:nvSpPr>
          <p:cNvPr id="3" name="Footer Placeholder 2">
            <a:extLst>
              <a:ext uri="{FF2B5EF4-FFF2-40B4-BE49-F238E27FC236}">
                <a16:creationId xmlns:a16="http://schemas.microsoft.com/office/drawing/2014/main" id="{8CE2B3A5-837A-4754-A82B-51AC8BB4E5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AA03AD-4B74-4892-BE01-D677705EADE3}"/>
              </a:ext>
            </a:extLst>
          </p:cNvPr>
          <p:cNvSpPr>
            <a:spLocks noGrp="1"/>
          </p:cNvSpPr>
          <p:nvPr>
            <p:ph type="sldNum" sz="quarter" idx="12"/>
          </p:nvPr>
        </p:nvSpPr>
        <p:spPr/>
        <p:txBody>
          <a:bodyPr/>
          <a:lstStyle/>
          <a:p>
            <a:fld id="{1113F9C8-696C-4F64-AC38-FB5AECCADADA}" type="slidenum">
              <a:rPr lang="en-US" smtClean="0"/>
              <a:t>‹#›</a:t>
            </a:fld>
            <a:endParaRPr lang="en-US"/>
          </a:p>
        </p:txBody>
      </p:sp>
    </p:spTree>
    <p:extLst>
      <p:ext uri="{BB962C8B-B14F-4D97-AF65-F5344CB8AC3E}">
        <p14:creationId xmlns:p14="http://schemas.microsoft.com/office/powerpoint/2010/main" val="6002958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8185E-5F10-413B-88D0-A2076C243F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837438-8715-48D3-8400-836ADF7BB4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649506-A0BA-41B8-B8DB-49A014DCED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7DEE0F-7515-4FF4-A5E8-F10D8186CD89}"/>
              </a:ext>
            </a:extLst>
          </p:cNvPr>
          <p:cNvSpPr>
            <a:spLocks noGrp="1"/>
          </p:cNvSpPr>
          <p:nvPr>
            <p:ph type="dt" sz="half" idx="10"/>
          </p:nvPr>
        </p:nvSpPr>
        <p:spPr/>
        <p:txBody>
          <a:bodyPr/>
          <a:lstStyle/>
          <a:p>
            <a:fld id="{591998D5-142B-46F2-8ACC-95F96E68C94B}" type="datetimeFigureOut">
              <a:rPr lang="en-US" smtClean="0"/>
              <a:t>12/15/2025</a:t>
            </a:fld>
            <a:endParaRPr lang="en-US"/>
          </a:p>
        </p:txBody>
      </p:sp>
      <p:sp>
        <p:nvSpPr>
          <p:cNvPr id="6" name="Footer Placeholder 5">
            <a:extLst>
              <a:ext uri="{FF2B5EF4-FFF2-40B4-BE49-F238E27FC236}">
                <a16:creationId xmlns:a16="http://schemas.microsoft.com/office/drawing/2014/main" id="{42FB6F63-5AC4-4E00-A7F8-FD415387CB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D15CDD-4724-4A3F-9F5C-32321A1AC2B4}"/>
              </a:ext>
            </a:extLst>
          </p:cNvPr>
          <p:cNvSpPr>
            <a:spLocks noGrp="1"/>
          </p:cNvSpPr>
          <p:nvPr>
            <p:ph type="sldNum" sz="quarter" idx="12"/>
          </p:nvPr>
        </p:nvSpPr>
        <p:spPr/>
        <p:txBody>
          <a:bodyPr/>
          <a:lstStyle/>
          <a:p>
            <a:fld id="{1113F9C8-696C-4F64-AC38-FB5AECCADADA}" type="slidenum">
              <a:rPr lang="en-US" smtClean="0"/>
              <a:t>‹#›</a:t>
            </a:fld>
            <a:endParaRPr lang="en-US"/>
          </a:p>
        </p:txBody>
      </p:sp>
    </p:spTree>
    <p:extLst>
      <p:ext uri="{BB962C8B-B14F-4D97-AF65-F5344CB8AC3E}">
        <p14:creationId xmlns:p14="http://schemas.microsoft.com/office/powerpoint/2010/main" val="24306589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D3F18-4D80-4D4A-A00D-A1050CFEE3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64B159-BF91-49A9-B222-5C0160832D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B41C12-8959-418D-B24F-FC81E59789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BC2D01-B49D-44E1-8555-BC339C01CCCC}"/>
              </a:ext>
            </a:extLst>
          </p:cNvPr>
          <p:cNvSpPr>
            <a:spLocks noGrp="1"/>
          </p:cNvSpPr>
          <p:nvPr>
            <p:ph type="dt" sz="half" idx="10"/>
          </p:nvPr>
        </p:nvSpPr>
        <p:spPr/>
        <p:txBody>
          <a:bodyPr/>
          <a:lstStyle/>
          <a:p>
            <a:fld id="{591998D5-142B-46F2-8ACC-95F96E68C94B}" type="datetimeFigureOut">
              <a:rPr lang="en-US" smtClean="0"/>
              <a:t>12/15/2025</a:t>
            </a:fld>
            <a:endParaRPr lang="en-US"/>
          </a:p>
        </p:txBody>
      </p:sp>
      <p:sp>
        <p:nvSpPr>
          <p:cNvPr id="6" name="Footer Placeholder 5">
            <a:extLst>
              <a:ext uri="{FF2B5EF4-FFF2-40B4-BE49-F238E27FC236}">
                <a16:creationId xmlns:a16="http://schemas.microsoft.com/office/drawing/2014/main" id="{D40E8CD7-FAD4-4CCA-83C0-EA9384D82C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55F260-A29E-491F-A9D7-F5FF57CFD604}"/>
              </a:ext>
            </a:extLst>
          </p:cNvPr>
          <p:cNvSpPr>
            <a:spLocks noGrp="1"/>
          </p:cNvSpPr>
          <p:nvPr>
            <p:ph type="sldNum" sz="quarter" idx="12"/>
          </p:nvPr>
        </p:nvSpPr>
        <p:spPr/>
        <p:txBody>
          <a:bodyPr/>
          <a:lstStyle/>
          <a:p>
            <a:fld id="{1113F9C8-696C-4F64-AC38-FB5AECCADADA}" type="slidenum">
              <a:rPr lang="en-US" smtClean="0"/>
              <a:t>‹#›</a:t>
            </a:fld>
            <a:endParaRPr lang="en-US"/>
          </a:p>
        </p:txBody>
      </p:sp>
    </p:spTree>
    <p:extLst>
      <p:ext uri="{BB962C8B-B14F-4D97-AF65-F5344CB8AC3E}">
        <p14:creationId xmlns:p14="http://schemas.microsoft.com/office/powerpoint/2010/main" val="37570604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C3794-94C3-43BA-8F9C-F179B20BFE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462E02-9BA0-436B-A571-30CEF6ED8D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F15A33-6BFA-49CA-B5BC-57B3E169F36C}"/>
              </a:ext>
            </a:extLst>
          </p:cNvPr>
          <p:cNvSpPr>
            <a:spLocks noGrp="1"/>
          </p:cNvSpPr>
          <p:nvPr>
            <p:ph type="dt" sz="half" idx="10"/>
          </p:nvPr>
        </p:nvSpPr>
        <p:spPr/>
        <p:txBody>
          <a:bodyPr/>
          <a:lstStyle/>
          <a:p>
            <a:fld id="{591998D5-142B-46F2-8ACC-95F96E68C94B}" type="datetimeFigureOut">
              <a:rPr lang="en-US" smtClean="0"/>
              <a:t>12/15/2025</a:t>
            </a:fld>
            <a:endParaRPr lang="en-US"/>
          </a:p>
        </p:txBody>
      </p:sp>
      <p:sp>
        <p:nvSpPr>
          <p:cNvPr id="5" name="Footer Placeholder 4">
            <a:extLst>
              <a:ext uri="{FF2B5EF4-FFF2-40B4-BE49-F238E27FC236}">
                <a16:creationId xmlns:a16="http://schemas.microsoft.com/office/drawing/2014/main" id="{0779BDCB-E0E8-4411-B49F-0BB65761CC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FAAA06-AA50-4CDC-B911-F97B418D72D0}"/>
              </a:ext>
            </a:extLst>
          </p:cNvPr>
          <p:cNvSpPr>
            <a:spLocks noGrp="1"/>
          </p:cNvSpPr>
          <p:nvPr>
            <p:ph type="sldNum" sz="quarter" idx="12"/>
          </p:nvPr>
        </p:nvSpPr>
        <p:spPr/>
        <p:txBody>
          <a:bodyPr/>
          <a:lstStyle/>
          <a:p>
            <a:fld id="{1113F9C8-696C-4F64-AC38-FB5AECCADADA}" type="slidenum">
              <a:rPr lang="en-US" smtClean="0"/>
              <a:t>‹#›</a:t>
            </a:fld>
            <a:endParaRPr lang="en-US"/>
          </a:p>
        </p:txBody>
      </p:sp>
    </p:spTree>
    <p:extLst>
      <p:ext uri="{BB962C8B-B14F-4D97-AF65-F5344CB8AC3E}">
        <p14:creationId xmlns:p14="http://schemas.microsoft.com/office/powerpoint/2010/main" val="16049668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6F2EC8-3030-4CC7-B4BE-FB81E030A6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BBA444-49AF-4250-AFB4-0959BA2770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29AD35-1900-48E6-932A-58C8C799AB4B}"/>
              </a:ext>
            </a:extLst>
          </p:cNvPr>
          <p:cNvSpPr>
            <a:spLocks noGrp="1"/>
          </p:cNvSpPr>
          <p:nvPr>
            <p:ph type="dt" sz="half" idx="10"/>
          </p:nvPr>
        </p:nvSpPr>
        <p:spPr/>
        <p:txBody>
          <a:bodyPr/>
          <a:lstStyle/>
          <a:p>
            <a:fld id="{591998D5-142B-46F2-8ACC-95F96E68C94B}" type="datetimeFigureOut">
              <a:rPr lang="en-US" smtClean="0"/>
              <a:t>12/15/2025</a:t>
            </a:fld>
            <a:endParaRPr lang="en-US"/>
          </a:p>
        </p:txBody>
      </p:sp>
      <p:sp>
        <p:nvSpPr>
          <p:cNvPr id="5" name="Footer Placeholder 4">
            <a:extLst>
              <a:ext uri="{FF2B5EF4-FFF2-40B4-BE49-F238E27FC236}">
                <a16:creationId xmlns:a16="http://schemas.microsoft.com/office/drawing/2014/main" id="{06C16D29-F865-42C9-B88C-D4A8579699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F9A1F0-BB09-4737-9CA1-C7230B01E270}"/>
              </a:ext>
            </a:extLst>
          </p:cNvPr>
          <p:cNvSpPr>
            <a:spLocks noGrp="1"/>
          </p:cNvSpPr>
          <p:nvPr>
            <p:ph type="sldNum" sz="quarter" idx="12"/>
          </p:nvPr>
        </p:nvSpPr>
        <p:spPr/>
        <p:txBody>
          <a:bodyPr/>
          <a:lstStyle/>
          <a:p>
            <a:fld id="{1113F9C8-696C-4F64-AC38-FB5AECCADADA}" type="slidenum">
              <a:rPr lang="en-US" smtClean="0"/>
              <a:t>‹#›</a:t>
            </a:fld>
            <a:endParaRPr lang="en-US"/>
          </a:p>
        </p:txBody>
      </p:sp>
    </p:spTree>
    <p:extLst>
      <p:ext uri="{BB962C8B-B14F-4D97-AF65-F5344CB8AC3E}">
        <p14:creationId xmlns:p14="http://schemas.microsoft.com/office/powerpoint/2010/main" val="22680746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A7C78-86FA-4525-993E-62612C1CC1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C57B41B-E122-4027-9D98-C0832056AD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CD94BCF-5C3C-4117-816B-DBE7003102E8}"/>
              </a:ext>
            </a:extLst>
          </p:cNvPr>
          <p:cNvSpPr>
            <a:spLocks noGrp="1"/>
          </p:cNvSpPr>
          <p:nvPr>
            <p:ph type="dt" sz="half" idx="10"/>
          </p:nvPr>
        </p:nvSpPr>
        <p:spPr/>
        <p:txBody>
          <a:bodyPr/>
          <a:lstStyle/>
          <a:p>
            <a:fld id="{471854AD-59EA-4F15-A9E6-502055B599DA}" type="datetimeFigureOut">
              <a:rPr lang="en-US" smtClean="0"/>
              <a:t>12/15/2025</a:t>
            </a:fld>
            <a:endParaRPr lang="en-US"/>
          </a:p>
        </p:txBody>
      </p:sp>
      <p:sp>
        <p:nvSpPr>
          <p:cNvPr id="5" name="Footer Placeholder 4">
            <a:extLst>
              <a:ext uri="{FF2B5EF4-FFF2-40B4-BE49-F238E27FC236}">
                <a16:creationId xmlns:a16="http://schemas.microsoft.com/office/drawing/2014/main" id="{3A049434-3679-423C-B19B-1941E985B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1C04C7-8571-42B1-85CE-ED89044BE7DA}"/>
              </a:ext>
            </a:extLst>
          </p:cNvPr>
          <p:cNvSpPr>
            <a:spLocks noGrp="1"/>
          </p:cNvSpPr>
          <p:nvPr>
            <p:ph type="sldNum" sz="quarter" idx="12"/>
          </p:nvPr>
        </p:nvSpPr>
        <p:spPr/>
        <p:txBody>
          <a:bodyPr/>
          <a:lstStyle/>
          <a:p>
            <a:fld id="{B4748D45-A1AF-44D2-9913-01E6E581BE7B}" type="slidenum">
              <a:rPr lang="en-US" smtClean="0"/>
              <a:t>‹#›</a:t>
            </a:fld>
            <a:endParaRPr lang="en-US"/>
          </a:p>
        </p:txBody>
      </p:sp>
    </p:spTree>
    <p:extLst>
      <p:ext uri="{BB962C8B-B14F-4D97-AF65-F5344CB8AC3E}">
        <p14:creationId xmlns:p14="http://schemas.microsoft.com/office/powerpoint/2010/main" val="4691804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B42D5-8A02-45A8-B0B1-A4C8F688CF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78A3A3-E52A-40D0-A8A6-1CE413ED4F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C39734-89DA-4319-A936-5C735894570F}"/>
              </a:ext>
            </a:extLst>
          </p:cNvPr>
          <p:cNvSpPr>
            <a:spLocks noGrp="1"/>
          </p:cNvSpPr>
          <p:nvPr>
            <p:ph type="dt" sz="half" idx="10"/>
          </p:nvPr>
        </p:nvSpPr>
        <p:spPr/>
        <p:txBody>
          <a:bodyPr/>
          <a:lstStyle/>
          <a:p>
            <a:fld id="{471854AD-59EA-4F15-A9E6-502055B599DA}" type="datetimeFigureOut">
              <a:rPr lang="en-US" smtClean="0"/>
              <a:t>12/15/2025</a:t>
            </a:fld>
            <a:endParaRPr lang="en-US"/>
          </a:p>
        </p:txBody>
      </p:sp>
      <p:sp>
        <p:nvSpPr>
          <p:cNvPr id="5" name="Footer Placeholder 4">
            <a:extLst>
              <a:ext uri="{FF2B5EF4-FFF2-40B4-BE49-F238E27FC236}">
                <a16:creationId xmlns:a16="http://schemas.microsoft.com/office/drawing/2014/main" id="{CA9D24E9-05F2-468E-99F2-D6CECF797C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191181-A51E-47BC-A4C9-7F8129F8808B}"/>
              </a:ext>
            </a:extLst>
          </p:cNvPr>
          <p:cNvSpPr>
            <a:spLocks noGrp="1"/>
          </p:cNvSpPr>
          <p:nvPr>
            <p:ph type="sldNum" sz="quarter" idx="12"/>
          </p:nvPr>
        </p:nvSpPr>
        <p:spPr/>
        <p:txBody>
          <a:bodyPr/>
          <a:lstStyle/>
          <a:p>
            <a:fld id="{B4748D45-A1AF-44D2-9913-01E6E581BE7B}" type="slidenum">
              <a:rPr lang="en-US" smtClean="0"/>
              <a:t>‹#›</a:t>
            </a:fld>
            <a:endParaRPr lang="en-US"/>
          </a:p>
        </p:txBody>
      </p:sp>
    </p:spTree>
    <p:extLst>
      <p:ext uri="{BB962C8B-B14F-4D97-AF65-F5344CB8AC3E}">
        <p14:creationId xmlns:p14="http://schemas.microsoft.com/office/powerpoint/2010/main" val="41368878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E52FE-D5F2-4A13-AE1D-A9F31C95A8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94312B-EF11-4255-8AC5-6E8B01C10F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3FB855-6D03-4D37-85D3-845D2A9E0FA1}"/>
              </a:ext>
            </a:extLst>
          </p:cNvPr>
          <p:cNvSpPr>
            <a:spLocks noGrp="1"/>
          </p:cNvSpPr>
          <p:nvPr>
            <p:ph type="dt" sz="half" idx="10"/>
          </p:nvPr>
        </p:nvSpPr>
        <p:spPr/>
        <p:txBody>
          <a:bodyPr/>
          <a:lstStyle/>
          <a:p>
            <a:fld id="{471854AD-59EA-4F15-A9E6-502055B599DA}" type="datetimeFigureOut">
              <a:rPr lang="en-US" smtClean="0"/>
              <a:t>12/15/2025</a:t>
            </a:fld>
            <a:endParaRPr lang="en-US"/>
          </a:p>
        </p:txBody>
      </p:sp>
      <p:sp>
        <p:nvSpPr>
          <p:cNvPr id="5" name="Footer Placeholder 4">
            <a:extLst>
              <a:ext uri="{FF2B5EF4-FFF2-40B4-BE49-F238E27FC236}">
                <a16:creationId xmlns:a16="http://schemas.microsoft.com/office/drawing/2014/main" id="{02A57C00-99B0-4165-A5C7-9B498051BA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E14BEB-B138-4072-B135-543CE0BF4C99}"/>
              </a:ext>
            </a:extLst>
          </p:cNvPr>
          <p:cNvSpPr>
            <a:spLocks noGrp="1"/>
          </p:cNvSpPr>
          <p:nvPr>
            <p:ph type="sldNum" sz="quarter" idx="12"/>
          </p:nvPr>
        </p:nvSpPr>
        <p:spPr/>
        <p:txBody>
          <a:bodyPr/>
          <a:lstStyle/>
          <a:p>
            <a:fld id="{B4748D45-A1AF-44D2-9913-01E6E581BE7B}" type="slidenum">
              <a:rPr lang="en-US" smtClean="0"/>
              <a:t>‹#›</a:t>
            </a:fld>
            <a:endParaRPr lang="en-US"/>
          </a:p>
        </p:txBody>
      </p:sp>
    </p:spTree>
    <p:extLst>
      <p:ext uri="{BB962C8B-B14F-4D97-AF65-F5344CB8AC3E}">
        <p14:creationId xmlns:p14="http://schemas.microsoft.com/office/powerpoint/2010/main" val="26346315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72259-AFC6-4C5E-99F0-092A58B459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F32391-7BC8-45AB-9150-4F8109E52B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4130C3-41C2-423D-B620-51BA7A398D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C45413-6E92-477B-8785-2DD236D5C39B}"/>
              </a:ext>
            </a:extLst>
          </p:cNvPr>
          <p:cNvSpPr>
            <a:spLocks noGrp="1"/>
          </p:cNvSpPr>
          <p:nvPr>
            <p:ph type="dt" sz="half" idx="10"/>
          </p:nvPr>
        </p:nvSpPr>
        <p:spPr/>
        <p:txBody>
          <a:bodyPr/>
          <a:lstStyle/>
          <a:p>
            <a:fld id="{471854AD-59EA-4F15-A9E6-502055B599DA}" type="datetimeFigureOut">
              <a:rPr lang="en-US" smtClean="0"/>
              <a:t>12/15/2025</a:t>
            </a:fld>
            <a:endParaRPr lang="en-US"/>
          </a:p>
        </p:txBody>
      </p:sp>
      <p:sp>
        <p:nvSpPr>
          <p:cNvPr id="6" name="Footer Placeholder 5">
            <a:extLst>
              <a:ext uri="{FF2B5EF4-FFF2-40B4-BE49-F238E27FC236}">
                <a16:creationId xmlns:a16="http://schemas.microsoft.com/office/drawing/2014/main" id="{08A7952F-15DE-4217-BFEC-85EF09A7D3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F5D6D4-C384-427E-9332-C1D0CD640B9E}"/>
              </a:ext>
            </a:extLst>
          </p:cNvPr>
          <p:cNvSpPr>
            <a:spLocks noGrp="1"/>
          </p:cNvSpPr>
          <p:nvPr>
            <p:ph type="sldNum" sz="quarter" idx="12"/>
          </p:nvPr>
        </p:nvSpPr>
        <p:spPr/>
        <p:txBody>
          <a:bodyPr/>
          <a:lstStyle/>
          <a:p>
            <a:fld id="{B4748D45-A1AF-44D2-9913-01E6E581BE7B}" type="slidenum">
              <a:rPr lang="en-US" smtClean="0"/>
              <a:t>‹#›</a:t>
            </a:fld>
            <a:endParaRPr lang="en-US"/>
          </a:p>
        </p:txBody>
      </p:sp>
    </p:spTree>
    <p:extLst>
      <p:ext uri="{BB962C8B-B14F-4D97-AF65-F5344CB8AC3E}">
        <p14:creationId xmlns:p14="http://schemas.microsoft.com/office/powerpoint/2010/main" val="27333756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8FCC1-6FEE-40AB-A981-09C4F1D1B8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6F3B1B-A5BF-49D9-93DB-0199AF010D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AB25AD-40AB-400E-9190-A2558804B4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58639C-94A0-4EE9-9806-C5A1AA7C33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414062-0063-474E-A2C4-543FCB4A0E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005FCD-AB3E-4196-B9A5-1C18D7AB6BE1}"/>
              </a:ext>
            </a:extLst>
          </p:cNvPr>
          <p:cNvSpPr>
            <a:spLocks noGrp="1"/>
          </p:cNvSpPr>
          <p:nvPr>
            <p:ph type="dt" sz="half" idx="10"/>
          </p:nvPr>
        </p:nvSpPr>
        <p:spPr/>
        <p:txBody>
          <a:bodyPr/>
          <a:lstStyle/>
          <a:p>
            <a:fld id="{471854AD-59EA-4F15-A9E6-502055B599DA}" type="datetimeFigureOut">
              <a:rPr lang="en-US" smtClean="0"/>
              <a:t>12/15/2025</a:t>
            </a:fld>
            <a:endParaRPr lang="en-US"/>
          </a:p>
        </p:txBody>
      </p:sp>
      <p:sp>
        <p:nvSpPr>
          <p:cNvPr id="8" name="Footer Placeholder 7">
            <a:extLst>
              <a:ext uri="{FF2B5EF4-FFF2-40B4-BE49-F238E27FC236}">
                <a16:creationId xmlns:a16="http://schemas.microsoft.com/office/drawing/2014/main" id="{41CBEAED-E189-42CE-80C4-3F2D43DF65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20ED20-26C4-43AC-A629-097F7AD61123}"/>
              </a:ext>
            </a:extLst>
          </p:cNvPr>
          <p:cNvSpPr>
            <a:spLocks noGrp="1"/>
          </p:cNvSpPr>
          <p:nvPr>
            <p:ph type="sldNum" sz="quarter" idx="12"/>
          </p:nvPr>
        </p:nvSpPr>
        <p:spPr/>
        <p:txBody>
          <a:bodyPr/>
          <a:lstStyle/>
          <a:p>
            <a:fld id="{B4748D45-A1AF-44D2-9913-01E6E581BE7B}" type="slidenum">
              <a:rPr lang="en-US" smtClean="0"/>
              <a:t>‹#›</a:t>
            </a:fld>
            <a:endParaRPr lang="en-US"/>
          </a:p>
        </p:txBody>
      </p:sp>
    </p:spTree>
    <p:extLst>
      <p:ext uri="{BB962C8B-B14F-4D97-AF65-F5344CB8AC3E}">
        <p14:creationId xmlns:p14="http://schemas.microsoft.com/office/powerpoint/2010/main" val="22408926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D9817-8375-49A3-851F-5F8FD88FE6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B7BBD5-E432-4ADB-9C9F-F3F0F28B33D9}"/>
              </a:ext>
            </a:extLst>
          </p:cNvPr>
          <p:cNvSpPr>
            <a:spLocks noGrp="1"/>
          </p:cNvSpPr>
          <p:nvPr>
            <p:ph type="dt" sz="half" idx="10"/>
          </p:nvPr>
        </p:nvSpPr>
        <p:spPr/>
        <p:txBody>
          <a:bodyPr/>
          <a:lstStyle/>
          <a:p>
            <a:fld id="{471854AD-59EA-4F15-A9E6-502055B599DA}" type="datetimeFigureOut">
              <a:rPr lang="en-US" smtClean="0"/>
              <a:t>12/15/2025</a:t>
            </a:fld>
            <a:endParaRPr lang="en-US"/>
          </a:p>
        </p:txBody>
      </p:sp>
      <p:sp>
        <p:nvSpPr>
          <p:cNvPr id="4" name="Footer Placeholder 3">
            <a:extLst>
              <a:ext uri="{FF2B5EF4-FFF2-40B4-BE49-F238E27FC236}">
                <a16:creationId xmlns:a16="http://schemas.microsoft.com/office/drawing/2014/main" id="{4BDB009E-82B9-4AA8-B69B-DA04DC0063E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4B0B0F-D6E4-4C01-95B5-8685CD10A99A}"/>
              </a:ext>
            </a:extLst>
          </p:cNvPr>
          <p:cNvSpPr>
            <a:spLocks noGrp="1"/>
          </p:cNvSpPr>
          <p:nvPr>
            <p:ph type="sldNum" sz="quarter" idx="12"/>
          </p:nvPr>
        </p:nvSpPr>
        <p:spPr/>
        <p:txBody>
          <a:bodyPr/>
          <a:lstStyle/>
          <a:p>
            <a:fld id="{B4748D45-A1AF-44D2-9913-01E6E581BE7B}" type="slidenum">
              <a:rPr lang="en-US" smtClean="0"/>
              <a:t>‹#›</a:t>
            </a:fld>
            <a:endParaRPr lang="en-US"/>
          </a:p>
        </p:txBody>
      </p:sp>
    </p:spTree>
    <p:extLst>
      <p:ext uri="{BB962C8B-B14F-4D97-AF65-F5344CB8AC3E}">
        <p14:creationId xmlns:p14="http://schemas.microsoft.com/office/powerpoint/2010/main" val="8872083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092857-374D-4160-ACCE-969939D91F35}"/>
              </a:ext>
            </a:extLst>
          </p:cNvPr>
          <p:cNvSpPr>
            <a:spLocks noGrp="1"/>
          </p:cNvSpPr>
          <p:nvPr>
            <p:ph type="dt" sz="half" idx="10"/>
          </p:nvPr>
        </p:nvSpPr>
        <p:spPr/>
        <p:txBody>
          <a:bodyPr/>
          <a:lstStyle/>
          <a:p>
            <a:fld id="{471854AD-59EA-4F15-A9E6-502055B599DA}" type="datetimeFigureOut">
              <a:rPr lang="en-US" smtClean="0"/>
              <a:t>12/15/2025</a:t>
            </a:fld>
            <a:endParaRPr lang="en-US"/>
          </a:p>
        </p:txBody>
      </p:sp>
      <p:sp>
        <p:nvSpPr>
          <p:cNvPr id="3" name="Footer Placeholder 2">
            <a:extLst>
              <a:ext uri="{FF2B5EF4-FFF2-40B4-BE49-F238E27FC236}">
                <a16:creationId xmlns:a16="http://schemas.microsoft.com/office/drawing/2014/main" id="{68336BC6-84E7-4C46-9407-12514D2765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A719EF-010D-48BC-A3F2-4D1DDD7A97F8}"/>
              </a:ext>
            </a:extLst>
          </p:cNvPr>
          <p:cNvSpPr>
            <a:spLocks noGrp="1"/>
          </p:cNvSpPr>
          <p:nvPr>
            <p:ph type="sldNum" sz="quarter" idx="12"/>
          </p:nvPr>
        </p:nvSpPr>
        <p:spPr/>
        <p:txBody>
          <a:bodyPr/>
          <a:lstStyle/>
          <a:p>
            <a:fld id="{B4748D45-A1AF-44D2-9913-01E6E581BE7B}" type="slidenum">
              <a:rPr lang="en-US" smtClean="0"/>
              <a:t>‹#›</a:t>
            </a:fld>
            <a:endParaRPr lang="en-US"/>
          </a:p>
        </p:txBody>
      </p:sp>
    </p:spTree>
    <p:extLst>
      <p:ext uri="{BB962C8B-B14F-4D97-AF65-F5344CB8AC3E}">
        <p14:creationId xmlns:p14="http://schemas.microsoft.com/office/powerpoint/2010/main" val="6185321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AFBC3-1E66-40CD-85CF-A9265731F1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5E7AA2-0FFE-459F-A3C1-0FA4FCE9AA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CFE83F-C046-405D-B9F3-9C17D09A2A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3458AD-0FB0-4B1C-AF2A-763748E306A4}"/>
              </a:ext>
            </a:extLst>
          </p:cNvPr>
          <p:cNvSpPr>
            <a:spLocks noGrp="1"/>
          </p:cNvSpPr>
          <p:nvPr>
            <p:ph type="dt" sz="half" idx="10"/>
          </p:nvPr>
        </p:nvSpPr>
        <p:spPr/>
        <p:txBody>
          <a:bodyPr/>
          <a:lstStyle/>
          <a:p>
            <a:fld id="{471854AD-59EA-4F15-A9E6-502055B599DA}" type="datetimeFigureOut">
              <a:rPr lang="en-US" smtClean="0"/>
              <a:t>12/15/2025</a:t>
            </a:fld>
            <a:endParaRPr lang="en-US"/>
          </a:p>
        </p:txBody>
      </p:sp>
      <p:sp>
        <p:nvSpPr>
          <p:cNvPr id="6" name="Footer Placeholder 5">
            <a:extLst>
              <a:ext uri="{FF2B5EF4-FFF2-40B4-BE49-F238E27FC236}">
                <a16:creationId xmlns:a16="http://schemas.microsoft.com/office/drawing/2014/main" id="{4F4B819F-16C7-407E-9EFB-54FDB56E0C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7BF9E5-1BE2-4CAE-B428-CC939343643C}"/>
              </a:ext>
            </a:extLst>
          </p:cNvPr>
          <p:cNvSpPr>
            <a:spLocks noGrp="1"/>
          </p:cNvSpPr>
          <p:nvPr>
            <p:ph type="sldNum" sz="quarter" idx="12"/>
          </p:nvPr>
        </p:nvSpPr>
        <p:spPr/>
        <p:txBody>
          <a:bodyPr/>
          <a:lstStyle/>
          <a:p>
            <a:fld id="{B4748D45-A1AF-44D2-9913-01E6E581BE7B}" type="slidenum">
              <a:rPr lang="en-US" smtClean="0"/>
              <a:t>‹#›</a:t>
            </a:fld>
            <a:endParaRPr lang="en-US"/>
          </a:p>
        </p:txBody>
      </p:sp>
    </p:spTree>
    <p:extLst>
      <p:ext uri="{BB962C8B-B14F-4D97-AF65-F5344CB8AC3E}">
        <p14:creationId xmlns:p14="http://schemas.microsoft.com/office/powerpoint/2010/main" val="17127537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DF383-D099-45EC-B413-150FC40F01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A23C67F-0C8F-4BDF-B5EC-01A4743B06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0E183A-6253-463C-9443-04A1849BD7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4A9AFF-FF5E-4ADA-868F-8B5F547A1299}"/>
              </a:ext>
            </a:extLst>
          </p:cNvPr>
          <p:cNvSpPr>
            <a:spLocks noGrp="1"/>
          </p:cNvSpPr>
          <p:nvPr>
            <p:ph type="dt" sz="half" idx="10"/>
          </p:nvPr>
        </p:nvSpPr>
        <p:spPr/>
        <p:txBody>
          <a:bodyPr/>
          <a:lstStyle/>
          <a:p>
            <a:fld id="{471854AD-59EA-4F15-A9E6-502055B599DA}" type="datetimeFigureOut">
              <a:rPr lang="en-US" smtClean="0"/>
              <a:t>12/15/2025</a:t>
            </a:fld>
            <a:endParaRPr lang="en-US"/>
          </a:p>
        </p:txBody>
      </p:sp>
      <p:sp>
        <p:nvSpPr>
          <p:cNvPr id="6" name="Footer Placeholder 5">
            <a:extLst>
              <a:ext uri="{FF2B5EF4-FFF2-40B4-BE49-F238E27FC236}">
                <a16:creationId xmlns:a16="http://schemas.microsoft.com/office/drawing/2014/main" id="{D58F5027-8C4A-4532-A939-EA40CEC6CC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7CA7F1-4E6E-462E-869F-20C4CFDC995F}"/>
              </a:ext>
            </a:extLst>
          </p:cNvPr>
          <p:cNvSpPr>
            <a:spLocks noGrp="1"/>
          </p:cNvSpPr>
          <p:nvPr>
            <p:ph type="sldNum" sz="quarter" idx="12"/>
          </p:nvPr>
        </p:nvSpPr>
        <p:spPr/>
        <p:txBody>
          <a:bodyPr/>
          <a:lstStyle/>
          <a:p>
            <a:fld id="{B4748D45-A1AF-44D2-9913-01E6E581BE7B}" type="slidenum">
              <a:rPr lang="en-US" smtClean="0"/>
              <a:t>‹#›</a:t>
            </a:fld>
            <a:endParaRPr lang="en-US"/>
          </a:p>
        </p:txBody>
      </p:sp>
    </p:spTree>
    <p:extLst>
      <p:ext uri="{BB962C8B-B14F-4D97-AF65-F5344CB8AC3E}">
        <p14:creationId xmlns:p14="http://schemas.microsoft.com/office/powerpoint/2010/main" val="22865599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852E5-293A-4E72-8C82-570E23CD37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F7E9DD-7DD5-4482-A131-C43A56864F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5DDD43-B895-4FF0-9919-D738E3AE8F5C}"/>
              </a:ext>
            </a:extLst>
          </p:cNvPr>
          <p:cNvSpPr>
            <a:spLocks noGrp="1"/>
          </p:cNvSpPr>
          <p:nvPr>
            <p:ph type="dt" sz="half" idx="10"/>
          </p:nvPr>
        </p:nvSpPr>
        <p:spPr/>
        <p:txBody>
          <a:bodyPr/>
          <a:lstStyle/>
          <a:p>
            <a:fld id="{471854AD-59EA-4F15-A9E6-502055B599DA}" type="datetimeFigureOut">
              <a:rPr lang="en-US" smtClean="0"/>
              <a:t>12/15/2025</a:t>
            </a:fld>
            <a:endParaRPr lang="en-US"/>
          </a:p>
        </p:txBody>
      </p:sp>
      <p:sp>
        <p:nvSpPr>
          <p:cNvPr id="5" name="Footer Placeholder 4">
            <a:extLst>
              <a:ext uri="{FF2B5EF4-FFF2-40B4-BE49-F238E27FC236}">
                <a16:creationId xmlns:a16="http://schemas.microsoft.com/office/drawing/2014/main" id="{82133059-4D47-40C7-BD8A-F7C40794CD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621C74-A55E-4976-B64F-58CAE58CE87B}"/>
              </a:ext>
            </a:extLst>
          </p:cNvPr>
          <p:cNvSpPr>
            <a:spLocks noGrp="1"/>
          </p:cNvSpPr>
          <p:nvPr>
            <p:ph type="sldNum" sz="quarter" idx="12"/>
          </p:nvPr>
        </p:nvSpPr>
        <p:spPr/>
        <p:txBody>
          <a:bodyPr/>
          <a:lstStyle/>
          <a:p>
            <a:fld id="{B4748D45-A1AF-44D2-9913-01E6E581BE7B}" type="slidenum">
              <a:rPr lang="en-US" smtClean="0"/>
              <a:t>‹#›</a:t>
            </a:fld>
            <a:endParaRPr lang="en-US"/>
          </a:p>
        </p:txBody>
      </p:sp>
    </p:spTree>
    <p:extLst>
      <p:ext uri="{BB962C8B-B14F-4D97-AF65-F5344CB8AC3E}">
        <p14:creationId xmlns:p14="http://schemas.microsoft.com/office/powerpoint/2010/main" val="33110380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54DEE4-D169-42C9-AE46-6A64620DD7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7DDC8B-6A2A-4412-8F00-0304A8EB30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E27D12-1C60-4CDE-BFAE-952D131420C3}"/>
              </a:ext>
            </a:extLst>
          </p:cNvPr>
          <p:cNvSpPr>
            <a:spLocks noGrp="1"/>
          </p:cNvSpPr>
          <p:nvPr>
            <p:ph type="dt" sz="half" idx="10"/>
          </p:nvPr>
        </p:nvSpPr>
        <p:spPr/>
        <p:txBody>
          <a:bodyPr/>
          <a:lstStyle/>
          <a:p>
            <a:fld id="{471854AD-59EA-4F15-A9E6-502055B599DA}" type="datetimeFigureOut">
              <a:rPr lang="en-US" smtClean="0"/>
              <a:t>12/15/2025</a:t>
            </a:fld>
            <a:endParaRPr lang="en-US"/>
          </a:p>
        </p:txBody>
      </p:sp>
      <p:sp>
        <p:nvSpPr>
          <p:cNvPr id="5" name="Footer Placeholder 4">
            <a:extLst>
              <a:ext uri="{FF2B5EF4-FFF2-40B4-BE49-F238E27FC236}">
                <a16:creationId xmlns:a16="http://schemas.microsoft.com/office/drawing/2014/main" id="{C2ABDF4A-67AB-4C65-BC53-7EB3F84FC5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2743-642D-4200-A2DF-B2D50400BCFE}"/>
              </a:ext>
            </a:extLst>
          </p:cNvPr>
          <p:cNvSpPr>
            <a:spLocks noGrp="1"/>
          </p:cNvSpPr>
          <p:nvPr>
            <p:ph type="sldNum" sz="quarter" idx="12"/>
          </p:nvPr>
        </p:nvSpPr>
        <p:spPr/>
        <p:txBody>
          <a:bodyPr/>
          <a:lstStyle/>
          <a:p>
            <a:fld id="{B4748D45-A1AF-44D2-9913-01E6E581BE7B}" type="slidenum">
              <a:rPr lang="en-US" smtClean="0"/>
              <a:t>‹#›</a:t>
            </a:fld>
            <a:endParaRPr lang="en-US"/>
          </a:p>
        </p:txBody>
      </p:sp>
    </p:spTree>
    <p:extLst>
      <p:ext uri="{BB962C8B-B14F-4D97-AF65-F5344CB8AC3E}">
        <p14:creationId xmlns:p14="http://schemas.microsoft.com/office/powerpoint/2010/main" val="1353818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F9FDEC-429C-4B27-A29E-C46DA133CB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721A1D-580F-4BE6-9191-1C685926EC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F99B849-AF12-48FE-98F6-83E4388C09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2021 Copyright dunnhumby / All rights reserved </a:t>
            </a:r>
            <a:endParaRPr lang="en-US" dirty="0"/>
          </a:p>
        </p:txBody>
      </p:sp>
      <p:sp>
        <p:nvSpPr>
          <p:cNvPr id="6" name="Slide Number Placeholder 5">
            <a:extLst>
              <a:ext uri="{FF2B5EF4-FFF2-40B4-BE49-F238E27FC236}">
                <a16:creationId xmlns:a16="http://schemas.microsoft.com/office/drawing/2014/main" id="{D18EEFAA-E183-48D5-B639-65BD8321D8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0DFF3B-7C2D-4FAA-AA61-E65C31541D4C}" type="slidenum">
              <a:rPr lang="en-US" smtClean="0"/>
              <a:t>‹#›</a:t>
            </a:fld>
            <a:endParaRPr lang="en-US" dirty="0"/>
          </a:p>
        </p:txBody>
      </p:sp>
    </p:spTree>
    <p:extLst>
      <p:ext uri="{BB962C8B-B14F-4D97-AF65-F5344CB8AC3E}">
        <p14:creationId xmlns:p14="http://schemas.microsoft.com/office/powerpoint/2010/main" val="1022511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312BDC-FCD5-48CB-A61B-73D12C1E5C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1561C4-20BC-45F7-912C-864F588CE6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ED6D9B-688F-4E7A-BCAA-99590F24A9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1998D5-142B-46F2-8ACC-95F96E68C94B}" type="datetimeFigureOut">
              <a:rPr lang="en-US" smtClean="0"/>
              <a:t>12/15/2025</a:t>
            </a:fld>
            <a:endParaRPr lang="en-US"/>
          </a:p>
        </p:txBody>
      </p:sp>
      <p:sp>
        <p:nvSpPr>
          <p:cNvPr id="5" name="Footer Placeholder 4">
            <a:extLst>
              <a:ext uri="{FF2B5EF4-FFF2-40B4-BE49-F238E27FC236}">
                <a16:creationId xmlns:a16="http://schemas.microsoft.com/office/drawing/2014/main" id="{8126745A-0C12-4D25-90D0-E5114FBC6B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8C95EB6-C6C7-4EDA-BD82-34A3536C5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13F9C8-696C-4F64-AC38-FB5AECCADADA}" type="slidenum">
              <a:rPr lang="en-US" smtClean="0"/>
              <a:t>‹#›</a:t>
            </a:fld>
            <a:endParaRPr lang="en-US"/>
          </a:p>
        </p:txBody>
      </p:sp>
    </p:spTree>
    <p:extLst>
      <p:ext uri="{BB962C8B-B14F-4D97-AF65-F5344CB8AC3E}">
        <p14:creationId xmlns:p14="http://schemas.microsoft.com/office/powerpoint/2010/main" val="104584205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736172-69AF-4D70-96BE-C67A805FE3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CDB3C1-F093-420D-903C-5448C3B44C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9338B1-4785-4844-86F7-9D4C29EB9A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1854AD-59EA-4F15-A9E6-502055B599DA}" type="datetimeFigureOut">
              <a:rPr lang="en-US" smtClean="0"/>
              <a:t>12/15/2025</a:t>
            </a:fld>
            <a:endParaRPr lang="en-US"/>
          </a:p>
        </p:txBody>
      </p:sp>
      <p:sp>
        <p:nvSpPr>
          <p:cNvPr id="5" name="Footer Placeholder 4">
            <a:extLst>
              <a:ext uri="{FF2B5EF4-FFF2-40B4-BE49-F238E27FC236}">
                <a16:creationId xmlns:a16="http://schemas.microsoft.com/office/drawing/2014/main" id="{E7F30978-CD9B-4B2E-9501-83CE2EF672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5853E3-511F-4B50-8694-79A039E75D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48D45-A1AF-44D2-9913-01E6E581BE7B}" type="slidenum">
              <a:rPr lang="en-US" smtClean="0"/>
              <a:t>‹#›</a:t>
            </a:fld>
            <a:endParaRPr lang="en-US"/>
          </a:p>
        </p:txBody>
      </p:sp>
    </p:spTree>
    <p:extLst>
      <p:ext uri="{BB962C8B-B14F-4D97-AF65-F5344CB8AC3E}">
        <p14:creationId xmlns:p14="http://schemas.microsoft.com/office/powerpoint/2010/main" val="1074339984"/>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diagramLayout" Target="../diagrams/layout1.xml"/><Relationship Id="rId7" Type="http://schemas.openxmlformats.org/officeDocument/2006/relationships/package" Target="../embeddings/Microsoft_Excel_Worksheet.xlsx"/><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8.png"/><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image" Target="../media/image13.png"/><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12.png"/><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4.png"/><Relationship Id="rId2" Type="http://schemas.openxmlformats.org/officeDocument/2006/relationships/diagramData" Target="../diagrams/data6.xml"/><Relationship Id="rId1" Type="http://schemas.openxmlformats.org/officeDocument/2006/relationships/slideLayout" Target="../slideLayouts/slideLayout1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5.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4A070F-4982-DA44-AB88-1206E131E9F3}"/>
              </a:ext>
            </a:extLst>
          </p:cNvPr>
          <p:cNvPicPr>
            <a:picLocks noChangeAspect="1"/>
          </p:cNvPicPr>
          <p:nvPr/>
        </p:nvPicPr>
        <p:blipFill rotWithShape="1">
          <a:blip r:embed="rId2" cstate="screen">
            <a:graysc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9B3AFC3C-E272-B646-A42B-0791F72B9022}"/>
              </a:ext>
            </a:extLst>
          </p:cNvPr>
          <p:cNvSpPr/>
          <p:nvPr/>
        </p:nvSpPr>
        <p:spPr>
          <a:xfrm>
            <a:off x="0" y="19050"/>
            <a:ext cx="12192000" cy="6858000"/>
          </a:xfrm>
          <a:prstGeom prst="rect">
            <a:avLst/>
          </a:prstGeom>
          <a:gradFill>
            <a:gsLst>
              <a:gs pos="99000">
                <a:srgbClr val="2A1B6A">
                  <a:alpha val="75000"/>
                </a:srgbClr>
              </a:gs>
              <a:gs pos="0">
                <a:srgbClr val="CF348D">
                  <a:alpha val="75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499641D-F090-7147-91B2-35C7BF0DA81B}"/>
              </a:ext>
            </a:extLst>
          </p:cNvPr>
          <p:cNvSpPr/>
          <p:nvPr/>
        </p:nvSpPr>
        <p:spPr>
          <a:xfrm>
            <a:off x="0" y="6096000"/>
            <a:ext cx="12192000"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F4DCD4B-3F8E-1B4A-8B0E-43503002FBF2}"/>
              </a:ext>
            </a:extLst>
          </p:cNvPr>
          <p:cNvSpPr/>
          <p:nvPr/>
        </p:nvSpPr>
        <p:spPr>
          <a:xfrm>
            <a:off x="334319" y="6378900"/>
            <a:ext cx="2497800" cy="215444"/>
          </a:xfrm>
          <a:prstGeom prst="rect">
            <a:avLst/>
          </a:prstGeom>
        </p:spPr>
        <p:txBody>
          <a:bodyPr wrap="none">
            <a:spAutoFit/>
          </a:bodyPr>
          <a:lstStyle/>
          <a:p>
            <a:r>
              <a:rPr lang="en-GB" sz="800" dirty="0">
                <a:effectLst/>
                <a:latin typeface="ArialMT"/>
              </a:rPr>
              <a:t>© 2021 Copyright </a:t>
            </a:r>
            <a:r>
              <a:rPr lang="en-GB" sz="800" dirty="0" err="1">
                <a:effectLst/>
                <a:latin typeface="ArialMT"/>
              </a:rPr>
              <a:t>dunnhumby</a:t>
            </a:r>
            <a:r>
              <a:rPr lang="en-GB" sz="800" dirty="0">
                <a:effectLst/>
                <a:latin typeface="ArialMT"/>
              </a:rPr>
              <a:t> / All rights reserved </a:t>
            </a:r>
            <a:endParaRPr lang="en-GB" dirty="0">
              <a:effectLst/>
            </a:endParaRPr>
          </a:p>
        </p:txBody>
      </p:sp>
      <p:pic>
        <p:nvPicPr>
          <p:cNvPr id="17" name="Picture 16">
            <a:extLst>
              <a:ext uri="{FF2B5EF4-FFF2-40B4-BE49-F238E27FC236}">
                <a16:creationId xmlns:a16="http://schemas.microsoft.com/office/drawing/2014/main" id="{824A2810-5B77-F845-B863-1057889342E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612906" y="6329652"/>
            <a:ext cx="1339857" cy="313941"/>
          </a:xfrm>
          <a:prstGeom prst="rect">
            <a:avLst/>
          </a:prstGeom>
        </p:spPr>
      </p:pic>
      <p:sp>
        <p:nvSpPr>
          <p:cNvPr id="19" name="TextBox 18">
            <a:extLst>
              <a:ext uri="{FF2B5EF4-FFF2-40B4-BE49-F238E27FC236}">
                <a16:creationId xmlns:a16="http://schemas.microsoft.com/office/drawing/2014/main" id="{000870CC-A35A-6043-B589-7FFCB99ACA86}"/>
              </a:ext>
            </a:extLst>
          </p:cNvPr>
          <p:cNvSpPr txBox="1"/>
          <p:nvPr/>
        </p:nvSpPr>
        <p:spPr>
          <a:xfrm>
            <a:off x="388910" y="1972666"/>
            <a:ext cx="9656695" cy="1354217"/>
          </a:xfrm>
          <a:prstGeom prst="rect">
            <a:avLst/>
          </a:prstGeom>
          <a:noFill/>
        </p:spPr>
        <p:txBody>
          <a:bodyPr wrap="square" lIns="0" tIns="0" rIns="0" bIns="0" rtlCol="0" anchor="b">
            <a:spAutoFit/>
          </a:bodyPr>
          <a:lstStyle/>
          <a:p>
            <a:r>
              <a:rPr lang="en-US" sz="4400" b="1" spc="-100" dirty="0">
                <a:solidFill>
                  <a:schemeClr val="bg1"/>
                </a:solidFill>
                <a:latin typeface="Arial" panose="020B0604020202020204" pitchFamily="34" charset="0"/>
                <a:cs typeface="Arial" panose="020B0604020202020204" pitchFamily="34" charset="0"/>
              </a:rPr>
              <a:t>Campaign Measurement Science – Robust </a:t>
            </a:r>
            <a:r>
              <a:rPr lang="en-US" sz="4400" b="1" spc="-100" dirty="0" err="1">
                <a:solidFill>
                  <a:schemeClr val="bg1"/>
                </a:solidFill>
                <a:latin typeface="Arial" panose="020B0604020202020204" pitchFamily="34" charset="0"/>
                <a:cs typeface="Arial" panose="020B0604020202020204" pitchFamily="34" charset="0"/>
              </a:rPr>
              <a:t>Ancova</a:t>
            </a:r>
            <a:endParaRPr lang="en-US" sz="4400" b="1" spc="-100" dirty="0">
              <a:solidFill>
                <a:schemeClr val="bg1"/>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D3435D82-844F-674D-B700-6570824DC0B4}"/>
              </a:ext>
            </a:extLst>
          </p:cNvPr>
          <p:cNvSpPr txBox="1"/>
          <p:nvPr/>
        </p:nvSpPr>
        <p:spPr>
          <a:xfrm>
            <a:off x="388910" y="3394339"/>
            <a:ext cx="9656695" cy="430887"/>
          </a:xfrm>
          <a:prstGeom prst="rect">
            <a:avLst/>
          </a:prstGeom>
          <a:noFill/>
        </p:spPr>
        <p:txBody>
          <a:bodyPr wrap="square" lIns="0" tIns="0" rIns="0" bIns="0" rtlCol="0" anchor="b">
            <a:spAutoFit/>
          </a:bodyPr>
          <a:lstStyle/>
          <a:p>
            <a:r>
              <a:rPr lang="en-US" sz="2800" dirty="0">
                <a:solidFill>
                  <a:schemeClr val="bg1"/>
                </a:solidFill>
                <a:latin typeface="Arial" panose="020B0604020202020204" pitchFamily="34" charset="0"/>
                <a:cs typeface="Arial" panose="020B0604020202020204" pitchFamily="34" charset="0"/>
              </a:rPr>
              <a:t>New Methodology Details</a:t>
            </a:r>
          </a:p>
        </p:txBody>
      </p:sp>
      <p:pic>
        <p:nvPicPr>
          <p:cNvPr id="21" name="Picture 20">
            <a:extLst>
              <a:ext uri="{FF2B5EF4-FFF2-40B4-BE49-F238E27FC236}">
                <a16:creationId xmlns:a16="http://schemas.microsoft.com/office/drawing/2014/main" id="{81A0B5B9-27B5-354C-8537-C0BE4A530B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3569" y="736078"/>
            <a:ext cx="979138" cy="979138"/>
          </a:xfrm>
          <a:prstGeom prst="rect">
            <a:avLst/>
          </a:prstGeom>
        </p:spPr>
      </p:pic>
    </p:spTree>
    <p:extLst>
      <p:ext uri="{BB962C8B-B14F-4D97-AF65-F5344CB8AC3E}">
        <p14:creationId xmlns:p14="http://schemas.microsoft.com/office/powerpoint/2010/main" val="190890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8DF6904-7ABD-4C24-BF6A-21CE6EB3076F}"/>
              </a:ext>
            </a:extLst>
          </p:cNvPr>
          <p:cNvSpPr txBox="1">
            <a:spLocks/>
          </p:cNvSpPr>
          <p:nvPr/>
        </p:nvSpPr>
        <p:spPr>
          <a:xfrm>
            <a:off x="524256" y="491260"/>
            <a:ext cx="6594189" cy="1625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2400" dirty="0">
                <a:solidFill>
                  <a:srgbClr val="FFFFFF"/>
                </a:solidFill>
              </a:rPr>
              <a:t>Randomized Control Experiments in conjunction with ANCOVA is used for measuring incremental customer </a:t>
            </a:r>
            <a:r>
              <a:rPr lang="en-US" sz="2400" dirty="0" err="1">
                <a:solidFill>
                  <a:srgbClr val="FFFFFF"/>
                </a:solidFill>
              </a:rPr>
              <a:t>behaviour</a:t>
            </a:r>
            <a:r>
              <a:rPr lang="en-US" sz="2400" dirty="0">
                <a:solidFill>
                  <a:srgbClr val="FFFFFF"/>
                </a:solidFill>
              </a:rPr>
              <a:t> in many </a:t>
            </a:r>
            <a:r>
              <a:rPr lang="en-US" sz="2400" dirty="0" err="1">
                <a:solidFill>
                  <a:srgbClr val="FFFFFF"/>
                </a:solidFill>
              </a:rPr>
              <a:t>dunnhumby</a:t>
            </a:r>
            <a:r>
              <a:rPr lang="en-US" sz="2400" dirty="0">
                <a:solidFill>
                  <a:srgbClr val="FFFFFF"/>
                </a:solidFill>
              </a:rPr>
              <a:t> campaigns. </a:t>
            </a:r>
          </a:p>
        </p:txBody>
      </p:sp>
      <p:pic>
        <p:nvPicPr>
          <p:cNvPr id="4" name="Content Placeholder 5" descr="Text, whiteboard&#10;&#10;Description automatically generated">
            <a:extLst>
              <a:ext uri="{FF2B5EF4-FFF2-40B4-BE49-F238E27FC236}">
                <a16:creationId xmlns:a16="http://schemas.microsoft.com/office/drawing/2014/main" id="{741BCA52-317A-4D76-B5BD-6BC792B9E1A9}"/>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6415" r="1" b="5665"/>
          <a:stretch/>
        </p:blipFill>
        <p:spPr>
          <a:xfrm>
            <a:off x="327547" y="2454903"/>
            <a:ext cx="7058306" cy="4080254"/>
          </a:xfrm>
          <a:prstGeom prst="rect">
            <a:avLst/>
          </a:prstGeom>
        </p:spPr>
      </p:pic>
      <p:sp>
        <p:nvSpPr>
          <p:cNvPr id="5" name="TextBox 4">
            <a:extLst>
              <a:ext uri="{FF2B5EF4-FFF2-40B4-BE49-F238E27FC236}">
                <a16:creationId xmlns:a16="http://schemas.microsoft.com/office/drawing/2014/main" id="{5C2A1509-5D4A-479C-8234-DBA8E22B6E13}"/>
              </a:ext>
            </a:extLst>
          </p:cNvPr>
          <p:cNvSpPr txBox="1"/>
          <p:nvPr/>
        </p:nvSpPr>
        <p:spPr>
          <a:xfrm>
            <a:off x="8029319" y="917725"/>
            <a:ext cx="3424739" cy="485236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900" dirty="0">
                <a:solidFill>
                  <a:srgbClr val="FFFFFF"/>
                </a:solidFill>
              </a:rPr>
              <a:t>This involves:</a:t>
            </a:r>
          </a:p>
          <a:p>
            <a:pPr indent="-228600">
              <a:lnSpc>
                <a:spcPct val="90000"/>
              </a:lnSpc>
              <a:spcAft>
                <a:spcPts val="600"/>
              </a:spcAft>
              <a:buFont typeface="Arial" panose="020B0604020202020204" pitchFamily="34" charset="0"/>
              <a:buChar char="•"/>
            </a:pPr>
            <a:r>
              <a:rPr lang="en-US" sz="1900" dirty="0">
                <a:solidFill>
                  <a:srgbClr val="FFFFFF"/>
                </a:solidFill>
              </a:rPr>
              <a:t>Randomly selecting test and control customers</a:t>
            </a:r>
          </a:p>
          <a:p>
            <a:pPr indent="-228600">
              <a:lnSpc>
                <a:spcPct val="90000"/>
              </a:lnSpc>
              <a:spcAft>
                <a:spcPts val="600"/>
              </a:spcAft>
              <a:buFont typeface="Arial" panose="020B0604020202020204" pitchFamily="34" charset="0"/>
              <a:buChar char="•"/>
            </a:pPr>
            <a:r>
              <a:rPr lang="en-US" sz="1900" dirty="0">
                <a:solidFill>
                  <a:srgbClr val="FFFFFF"/>
                </a:solidFill>
              </a:rPr>
              <a:t>Exposing test customers with the campaign</a:t>
            </a:r>
          </a:p>
          <a:p>
            <a:pPr indent="-228600">
              <a:lnSpc>
                <a:spcPct val="90000"/>
              </a:lnSpc>
              <a:spcAft>
                <a:spcPts val="600"/>
              </a:spcAft>
              <a:buFont typeface="Arial" panose="020B0604020202020204" pitchFamily="34" charset="0"/>
              <a:buChar char="•"/>
            </a:pPr>
            <a:r>
              <a:rPr lang="en-US" sz="1900" dirty="0">
                <a:solidFill>
                  <a:srgbClr val="FFFFFF"/>
                </a:solidFill>
              </a:rPr>
              <a:t>Post campaign measure customer behavior between test and control</a:t>
            </a:r>
          </a:p>
          <a:p>
            <a:pPr indent="-228600">
              <a:lnSpc>
                <a:spcPct val="90000"/>
              </a:lnSpc>
              <a:spcAft>
                <a:spcPts val="600"/>
              </a:spcAft>
              <a:buFont typeface="Arial" panose="020B0604020202020204" pitchFamily="34" charset="0"/>
              <a:buChar char="•"/>
            </a:pPr>
            <a:r>
              <a:rPr lang="en-US" sz="1900" dirty="0">
                <a:solidFill>
                  <a:srgbClr val="FFFFFF"/>
                </a:solidFill>
              </a:rPr>
              <a:t>Comparison includes:</a:t>
            </a:r>
          </a:p>
          <a:p>
            <a:pPr marL="742950" lvl="1" indent="-228600">
              <a:lnSpc>
                <a:spcPct val="90000"/>
              </a:lnSpc>
              <a:spcAft>
                <a:spcPts val="600"/>
              </a:spcAft>
              <a:buFont typeface="Arial" panose="020B0604020202020204" pitchFamily="34" charset="0"/>
              <a:buChar char="•"/>
            </a:pPr>
            <a:r>
              <a:rPr lang="en-US" sz="1900" dirty="0">
                <a:solidFill>
                  <a:srgbClr val="FFFFFF"/>
                </a:solidFill>
              </a:rPr>
              <a:t>Estimating the campaign impact on test group (ex. incremental Spend Per Customer)</a:t>
            </a:r>
          </a:p>
          <a:p>
            <a:pPr marL="742950" lvl="1" indent="-228600">
              <a:lnSpc>
                <a:spcPct val="90000"/>
              </a:lnSpc>
              <a:spcAft>
                <a:spcPts val="600"/>
              </a:spcAft>
              <a:buFont typeface="Arial" panose="020B0604020202020204" pitchFamily="34" charset="0"/>
              <a:buChar char="•"/>
            </a:pPr>
            <a:r>
              <a:rPr lang="en-US" sz="1900" dirty="0">
                <a:solidFill>
                  <a:srgbClr val="FFFFFF"/>
                </a:solidFill>
              </a:rPr>
              <a:t>Statistically validate the observed impact using t-test or ANCOVA</a:t>
            </a:r>
          </a:p>
        </p:txBody>
      </p:sp>
      <p:sp>
        <p:nvSpPr>
          <p:cNvPr id="7" name="Rectangle 6">
            <a:extLst>
              <a:ext uri="{FF2B5EF4-FFF2-40B4-BE49-F238E27FC236}">
                <a16:creationId xmlns:a16="http://schemas.microsoft.com/office/drawing/2014/main" id="{1158BCC2-BCDF-46AB-8FA5-2CA12CBF0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946" y="474132"/>
            <a:ext cx="7058307" cy="1964266"/>
          </a:xfrm>
          <a:prstGeom prst="rect">
            <a:avLst/>
          </a:prstGeom>
          <a:solidFill>
            <a:srgbClr val="A35D4A">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itle 1">
            <a:extLst>
              <a:ext uri="{FF2B5EF4-FFF2-40B4-BE49-F238E27FC236}">
                <a16:creationId xmlns:a16="http://schemas.microsoft.com/office/drawing/2014/main" id="{EF9FEDDC-6ECB-46E4-AB98-B991E741C98A}"/>
              </a:ext>
            </a:extLst>
          </p:cNvPr>
          <p:cNvSpPr txBox="1">
            <a:spLocks/>
          </p:cNvSpPr>
          <p:nvPr/>
        </p:nvSpPr>
        <p:spPr>
          <a:xfrm>
            <a:off x="676656" y="643660"/>
            <a:ext cx="6594189" cy="16252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2400" dirty="0">
                <a:solidFill>
                  <a:srgbClr val="FFFFFF"/>
                </a:solidFill>
              </a:rPr>
              <a:t>Randomized Control Experiments in conjunction with ANCOVA is used for measuring incremental customer </a:t>
            </a:r>
            <a:r>
              <a:rPr lang="en-US" sz="2400" dirty="0" err="1">
                <a:solidFill>
                  <a:srgbClr val="FFFFFF"/>
                </a:solidFill>
              </a:rPr>
              <a:t>behaviour</a:t>
            </a:r>
            <a:r>
              <a:rPr lang="en-US" sz="2400" dirty="0">
                <a:solidFill>
                  <a:srgbClr val="FFFFFF"/>
                </a:solidFill>
              </a:rPr>
              <a:t> in many </a:t>
            </a:r>
            <a:r>
              <a:rPr lang="en-US" sz="2400" dirty="0" err="1">
                <a:solidFill>
                  <a:srgbClr val="FFFFFF"/>
                </a:solidFill>
              </a:rPr>
              <a:t>dunnhumby</a:t>
            </a:r>
            <a:r>
              <a:rPr lang="en-US" sz="2400" dirty="0">
                <a:solidFill>
                  <a:srgbClr val="FFFFFF"/>
                </a:solidFill>
              </a:rPr>
              <a:t> campaigns. </a:t>
            </a:r>
          </a:p>
        </p:txBody>
      </p:sp>
      <p:pic>
        <p:nvPicPr>
          <p:cNvPr id="9" name="Content Placeholder 5" descr="Text, whiteboard&#10;&#10;Description automatically generated">
            <a:extLst>
              <a:ext uri="{FF2B5EF4-FFF2-40B4-BE49-F238E27FC236}">
                <a16:creationId xmlns:a16="http://schemas.microsoft.com/office/drawing/2014/main" id="{D8C609D9-A20D-46D5-ABCC-AD663F1E7F9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6415" r="1" b="5665"/>
          <a:stretch/>
        </p:blipFill>
        <p:spPr>
          <a:xfrm>
            <a:off x="479947" y="2607303"/>
            <a:ext cx="7058306" cy="4080254"/>
          </a:xfrm>
          <a:prstGeom prst="rect">
            <a:avLst/>
          </a:prstGeom>
        </p:spPr>
      </p:pic>
      <p:sp>
        <p:nvSpPr>
          <p:cNvPr id="11" name="Rectangle 10">
            <a:extLst>
              <a:ext uri="{FF2B5EF4-FFF2-40B4-BE49-F238E27FC236}">
                <a16:creationId xmlns:a16="http://schemas.microsoft.com/office/drawing/2014/main" id="{DE5ACEDA-1FFE-42E5-A788-282678B28D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9375" y="474132"/>
            <a:ext cx="431329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5D482E98-31FB-473E-8836-09EFE154D982}"/>
              </a:ext>
            </a:extLst>
          </p:cNvPr>
          <p:cNvSpPr txBox="1"/>
          <p:nvPr/>
        </p:nvSpPr>
        <p:spPr>
          <a:xfrm>
            <a:off x="8181719" y="1070125"/>
            <a:ext cx="3424739" cy="485236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900" dirty="0">
                <a:solidFill>
                  <a:srgbClr val="FFFFFF"/>
                </a:solidFill>
              </a:rPr>
              <a:t>This involves:</a:t>
            </a:r>
          </a:p>
          <a:p>
            <a:pPr indent="-228600">
              <a:lnSpc>
                <a:spcPct val="90000"/>
              </a:lnSpc>
              <a:spcAft>
                <a:spcPts val="600"/>
              </a:spcAft>
              <a:buFont typeface="Arial" panose="020B0604020202020204" pitchFamily="34" charset="0"/>
              <a:buChar char="•"/>
            </a:pPr>
            <a:r>
              <a:rPr lang="en-US" sz="1900" dirty="0">
                <a:solidFill>
                  <a:srgbClr val="FFFFFF"/>
                </a:solidFill>
              </a:rPr>
              <a:t>Randomly selecting test and control customers</a:t>
            </a:r>
          </a:p>
          <a:p>
            <a:pPr indent="-228600">
              <a:lnSpc>
                <a:spcPct val="90000"/>
              </a:lnSpc>
              <a:spcAft>
                <a:spcPts val="600"/>
              </a:spcAft>
              <a:buFont typeface="Arial" panose="020B0604020202020204" pitchFamily="34" charset="0"/>
              <a:buChar char="•"/>
            </a:pPr>
            <a:r>
              <a:rPr lang="en-US" sz="1900" dirty="0">
                <a:solidFill>
                  <a:srgbClr val="FFFFFF"/>
                </a:solidFill>
              </a:rPr>
              <a:t>Exposing test customers with the campaign</a:t>
            </a:r>
          </a:p>
          <a:p>
            <a:pPr indent="-228600">
              <a:lnSpc>
                <a:spcPct val="90000"/>
              </a:lnSpc>
              <a:spcAft>
                <a:spcPts val="600"/>
              </a:spcAft>
              <a:buFont typeface="Arial" panose="020B0604020202020204" pitchFamily="34" charset="0"/>
              <a:buChar char="•"/>
            </a:pPr>
            <a:r>
              <a:rPr lang="en-US" sz="1900" dirty="0">
                <a:solidFill>
                  <a:srgbClr val="FFFFFF"/>
                </a:solidFill>
              </a:rPr>
              <a:t>Post campaign measure customer behavior between test and control</a:t>
            </a:r>
          </a:p>
          <a:p>
            <a:pPr indent="-228600">
              <a:lnSpc>
                <a:spcPct val="90000"/>
              </a:lnSpc>
              <a:spcAft>
                <a:spcPts val="600"/>
              </a:spcAft>
              <a:buFont typeface="Arial" panose="020B0604020202020204" pitchFamily="34" charset="0"/>
              <a:buChar char="•"/>
            </a:pPr>
            <a:r>
              <a:rPr lang="en-US" sz="1900" dirty="0">
                <a:solidFill>
                  <a:srgbClr val="FFFFFF"/>
                </a:solidFill>
              </a:rPr>
              <a:t>Comparison includes:</a:t>
            </a:r>
          </a:p>
          <a:p>
            <a:pPr marL="742950" lvl="1" indent="-228600">
              <a:lnSpc>
                <a:spcPct val="90000"/>
              </a:lnSpc>
              <a:spcAft>
                <a:spcPts val="600"/>
              </a:spcAft>
              <a:buFont typeface="Arial" panose="020B0604020202020204" pitchFamily="34" charset="0"/>
              <a:buChar char="•"/>
            </a:pPr>
            <a:r>
              <a:rPr lang="en-US" sz="1900" dirty="0">
                <a:solidFill>
                  <a:srgbClr val="FFFFFF"/>
                </a:solidFill>
              </a:rPr>
              <a:t>Estimating the campaign impact on test group (ex. incremental Spend Per Customer)</a:t>
            </a:r>
          </a:p>
          <a:p>
            <a:pPr marL="742950" lvl="1" indent="-228600">
              <a:lnSpc>
                <a:spcPct val="90000"/>
              </a:lnSpc>
              <a:spcAft>
                <a:spcPts val="600"/>
              </a:spcAft>
              <a:buFont typeface="Arial" panose="020B0604020202020204" pitchFamily="34" charset="0"/>
              <a:buChar char="•"/>
            </a:pPr>
            <a:r>
              <a:rPr lang="en-US" sz="1900" dirty="0">
                <a:solidFill>
                  <a:srgbClr val="FFFFFF"/>
                </a:solidFill>
              </a:rPr>
              <a:t>Statistically validate the observed impact using t-test or ANCOVA</a:t>
            </a:r>
          </a:p>
        </p:txBody>
      </p:sp>
    </p:spTree>
    <p:extLst>
      <p:ext uri="{BB962C8B-B14F-4D97-AF65-F5344CB8AC3E}">
        <p14:creationId xmlns:p14="http://schemas.microsoft.com/office/powerpoint/2010/main" val="1127092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A4EF898C-5790-4DC9-8272-B7FF87BFB590}"/>
              </a:ext>
            </a:extLst>
          </p:cNvPr>
          <p:cNvSpPr>
            <a:spLocks noGrp="1"/>
          </p:cNvSpPr>
          <p:nvPr>
            <p:ph type="title"/>
          </p:nvPr>
        </p:nvSpPr>
        <p:spPr/>
        <p:txBody>
          <a:bodyPr/>
          <a:lstStyle/>
          <a:p>
            <a:r>
              <a:rPr lang="en-IN"/>
              <a:t>Retrospective and Upfront modules for customer level campaigns</a:t>
            </a:r>
            <a:endParaRPr lang="en-US"/>
          </a:p>
        </p:txBody>
      </p:sp>
      <p:sp>
        <p:nvSpPr>
          <p:cNvPr id="13" name="Text Placeholder 12">
            <a:extLst>
              <a:ext uri="{FF2B5EF4-FFF2-40B4-BE49-F238E27FC236}">
                <a16:creationId xmlns:a16="http://schemas.microsoft.com/office/drawing/2014/main" id="{0C281ECF-5E72-4DAA-ACEB-7A388BCB2297}"/>
              </a:ext>
            </a:extLst>
          </p:cNvPr>
          <p:cNvSpPr>
            <a:spLocks noGrp="1"/>
          </p:cNvSpPr>
          <p:nvPr>
            <p:ph type="body" sz="quarter" idx="15"/>
          </p:nvPr>
        </p:nvSpPr>
        <p:spPr>
          <a:xfrm>
            <a:off x="387377" y="1200642"/>
            <a:ext cx="11430667" cy="1401204"/>
          </a:xfrm>
        </p:spPr>
        <p:txBody>
          <a:bodyPr>
            <a:normAutofit lnSpcReduction="10000"/>
          </a:bodyPr>
          <a:lstStyle/>
          <a:p>
            <a:pPr marL="285750" indent="-285750">
              <a:buFont typeface="Arial" panose="020B0604020202020204" pitchFamily="34" charset="0"/>
              <a:buChar char="•"/>
            </a:pPr>
            <a:r>
              <a:rPr lang="en-IN" b="1" dirty="0"/>
              <a:t>Upfront module :</a:t>
            </a:r>
            <a:r>
              <a:rPr lang="en-IN" dirty="0"/>
              <a:t> used when the test and control are matchable, and we just want to calculate uplift between the two groups.</a:t>
            </a:r>
          </a:p>
          <a:p>
            <a:pPr marL="285750" indent="-285750">
              <a:buFont typeface="Arial" panose="020B0604020202020204" pitchFamily="34" charset="0"/>
              <a:buChar char="•"/>
            </a:pPr>
            <a:r>
              <a:rPr lang="en-IN" b="1" dirty="0"/>
              <a:t>Retrospective (matching) module : </a:t>
            </a:r>
            <a:r>
              <a:rPr lang="en-IN" dirty="0"/>
              <a:t>used when match between test and control has deteriorated beyond acceptable limits.</a:t>
            </a:r>
            <a:endParaRPr lang="en-US" dirty="0"/>
          </a:p>
          <a:p>
            <a:endParaRPr lang="en-US" dirty="0"/>
          </a:p>
        </p:txBody>
      </p:sp>
      <p:sp>
        <p:nvSpPr>
          <p:cNvPr id="4" name="Footer Placeholder 3">
            <a:extLst>
              <a:ext uri="{FF2B5EF4-FFF2-40B4-BE49-F238E27FC236}">
                <a16:creationId xmlns:a16="http://schemas.microsoft.com/office/drawing/2014/main" id="{2E5B0A7C-F309-4D70-B870-4EB6221F6862}"/>
              </a:ext>
            </a:extLst>
          </p:cNvPr>
          <p:cNvSpPr>
            <a:spLocks noGrp="1"/>
          </p:cNvSpPr>
          <p:nvPr>
            <p:ph type="ftr" sz="quarter" idx="16"/>
          </p:nvPr>
        </p:nvSpPr>
        <p:spPr/>
        <p:txBody>
          <a:bodyPr/>
          <a:lstStyle/>
          <a:p>
            <a:r>
              <a:rPr lang="en-US"/>
              <a:t>© 2021 Copyright dunnhumby / All rights reserved </a:t>
            </a:r>
            <a:endParaRPr lang="en-US" dirty="0"/>
          </a:p>
        </p:txBody>
      </p:sp>
      <p:sp>
        <p:nvSpPr>
          <p:cNvPr id="5" name="Slide Number Placeholder 4">
            <a:extLst>
              <a:ext uri="{FF2B5EF4-FFF2-40B4-BE49-F238E27FC236}">
                <a16:creationId xmlns:a16="http://schemas.microsoft.com/office/drawing/2014/main" id="{CDE3A4F3-D26B-4428-804D-F04981C32040}"/>
              </a:ext>
            </a:extLst>
          </p:cNvPr>
          <p:cNvSpPr>
            <a:spLocks noGrp="1"/>
          </p:cNvSpPr>
          <p:nvPr>
            <p:ph type="sldNum" sz="quarter" idx="17"/>
          </p:nvPr>
        </p:nvSpPr>
        <p:spPr/>
        <p:txBody>
          <a:bodyPr/>
          <a:lstStyle/>
          <a:p>
            <a:fld id="{D60DFF3B-7C2D-4FAA-AA61-E65C31541D4C}" type="slidenum">
              <a:rPr lang="en-US" smtClean="0"/>
              <a:t>3</a:t>
            </a:fld>
            <a:endParaRPr lang="en-US" dirty="0"/>
          </a:p>
        </p:txBody>
      </p:sp>
      <p:graphicFrame>
        <p:nvGraphicFramePr>
          <p:cNvPr id="15" name="Table 14">
            <a:extLst>
              <a:ext uri="{FF2B5EF4-FFF2-40B4-BE49-F238E27FC236}">
                <a16:creationId xmlns:a16="http://schemas.microsoft.com/office/drawing/2014/main" id="{5DBB4954-70D9-4774-A1CF-97376EB3D21F}"/>
              </a:ext>
            </a:extLst>
          </p:cNvPr>
          <p:cNvGraphicFramePr>
            <a:graphicFrameLocks noGrp="1"/>
          </p:cNvGraphicFramePr>
          <p:nvPr>
            <p:extLst>
              <p:ext uri="{D42A27DB-BD31-4B8C-83A1-F6EECF244321}">
                <p14:modId xmlns:p14="http://schemas.microsoft.com/office/powerpoint/2010/main" val="2562088188"/>
              </p:ext>
            </p:extLst>
          </p:nvPr>
        </p:nvGraphicFramePr>
        <p:xfrm>
          <a:off x="1395561" y="2601846"/>
          <a:ext cx="9414298" cy="3555429"/>
        </p:xfrm>
        <a:graphic>
          <a:graphicData uri="http://schemas.openxmlformats.org/drawingml/2006/table">
            <a:tbl>
              <a:tblPr firstRow="1" bandRow="1">
                <a:tableStyleId>{5C22544A-7EE6-4342-B048-85BDC9FD1C3A}</a:tableStyleId>
              </a:tblPr>
              <a:tblGrid>
                <a:gridCol w="2798056">
                  <a:extLst>
                    <a:ext uri="{9D8B030D-6E8A-4147-A177-3AD203B41FA5}">
                      <a16:colId xmlns:a16="http://schemas.microsoft.com/office/drawing/2014/main" val="754831816"/>
                    </a:ext>
                  </a:extLst>
                </a:gridCol>
                <a:gridCol w="6616242">
                  <a:extLst>
                    <a:ext uri="{9D8B030D-6E8A-4147-A177-3AD203B41FA5}">
                      <a16:colId xmlns:a16="http://schemas.microsoft.com/office/drawing/2014/main" val="194668435"/>
                    </a:ext>
                  </a:extLst>
                </a:gridCol>
              </a:tblGrid>
              <a:tr h="456343">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Match between test and control might deteriorate due to a number of reasons:</a:t>
                      </a:r>
                    </a:p>
                  </a:txBody>
                  <a:tcPr/>
                </a:tc>
                <a:tc hMerge="1">
                  <a:txBody>
                    <a:bodyPr/>
                    <a:lstStyle/>
                    <a:p>
                      <a:endParaRPr lang="en-GB" dirty="0"/>
                    </a:p>
                  </a:txBody>
                  <a:tcPr/>
                </a:tc>
                <a:extLst>
                  <a:ext uri="{0D108BD9-81ED-4DB2-BD59-A6C34878D82A}">
                    <a16:rowId xmlns:a16="http://schemas.microsoft.com/office/drawing/2014/main" val="3753815793"/>
                  </a:ext>
                </a:extLst>
              </a:tr>
              <a:tr h="7075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Fallow Period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There is generally a gap between control selection and when the campaign starts. This can be due to printing/mailing time, data lag, etc. The test and control which were matched in the targeting period may not remain similar in the fallow period.</a:t>
                      </a:r>
                    </a:p>
                  </a:txBody>
                  <a:tcPr/>
                </a:tc>
                <a:extLst>
                  <a:ext uri="{0D108BD9-81ED-4DB2-BD59-A6C34878D82A}">
                    <a16:rowId xmlns:a16="http://schemas.microsoft.com/office/drawing/2014/main" val="3838206371"/>
                  </a:ext>
                </a:extLst>
              </a:tr>
              <a:tr h="7749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Difference in targeting and outbound files</a:t>
                      </a:r>
                    </a:p>
                    <a:p>
                      <a:endParaRPr lang="en-GB"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Sometimes the target file that contains the list of customers to be targeted, is subjected to some changes (customers might be removed which have incorrect address registered, customers might be added as VIP, etc). This may cause the match between test and control to no longer hold.</a:t>
                      </a:r>
                    </a:p>
                  </a:txBody>
                  <a:tcPr/>
                </a:tc>
                <a:extLst>
                  <a:ext uri="{0D108BD9-81ED-4DB2-BD59-A6C34878D82A}">
                    <a16:rowId xmlns:a16="http://schemas.microsoft.com/office/drawing/2014/main" val="3457909218"/>
                  </a:ext>
                </a:extLst>
              </a:tr>
              <a:tr h="7075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Control Redeemers</a:t>
                      </a:r>
                    </a:p>
                    <a:p>
                      <a:endParaRPr lang="en-GB" sz="14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Some customers from the control might end up taking part in the marketing campaign. These customers must be excluded to avoid erroneous results. But exclusion of these customers may result in the match between test and control deteriorating.</a:t>
                      </a:r>
                    </a:p>
                  </a:txBody>
                  <a:tcPr/>
                </a:tc>
                <a:extLst>
                  <a:ext uri="{0D108BD9-81ED-4DB2-BD59-A6C34878D82A}">
                    <a16:rowId xmlns:a16="http://schemas.microsoft.com/office/drawing/2014/main" val="2232376224"/>
                  </a:ext>
                </a:extLst>
              </a:tr>
              <a:tr h="9090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No controls held out at the time of targeting</a:t>
                      </a:r>
                    </a:p>
                    <a:p>
                      <a:endParaRPr lang="en-GB" sz="14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There are cases where we simply cannot hold out controls (in national marketing campaigns, targeting done on client’s side, etc). In these cases, we must take controls from the non-respondents / non-exposed.</a:t>
                      </a:r>
                    </a:p>
                  </a:txBody>
                  <a:tcPr/>
                </a:tc>
                <a:extLst>
                  <a:ext uri="{0D108BD9-81ED-4DB2-BD59-A6C34878D82A}">
                    <a16:rowId xmlns:a16="http://schemas.microsoft.com/office/drawing/2014/main" val="126612886"/>
                  </a:ext>
                </a:extLst>
              </a:tr>
            </a:tbl>
          </a:graphicData>
        </a:graphic>
      </p:graphicFrame>
    </p:spTree>
    <p:extLst>
      <p:ext uri="{BB962C8B-B14F-4D97-AF65-F5344CB8AC3E}">
        <p14:creationId xmlns:p14="http://schemas.microsoft.com/office/powerpoint/2010/main" val="3966128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25031EC-A43E-4EA8-B450-3EFEE297FE29}"/>
              </a:ext>
            </a:extLst>
          </p:cNvPr>
          <p:cNvGrpSpPr/>
          <p:nvPr/>
        </p:nvGrpSpPr>
        <p:grpSpPr>
          <a:xfrm>
            <a:off x="383457" y="2932257"/>
            <a:ext cx="2483714" cy="993485"/>
            <a:chOff x="2790" y="2212590"/>
            <a:chExt cx="2483714" cy="993485"/>
          </a:xfrm>
        </p:grpSpPr>
        <p:sp>
          <p:nvSpPr>
            <p:cNvPr id="15" name="Arrow: Chevron 14">
              <a:extLst>
                <a:ext uri="{FF2B5EF4-FFF2-40B4-BE49-F238E27FC236}">
                  <a16:creationId xmlns:a16="http://schemas.microsoft.com/office/drawing/2014/main" id="{FEC8AA9E-3330-4405-9335-E1A7A4DDA90A}"/>
                </a:ext>
              </a:extLst>
            </p:cNvPr>
            <p:cNvSpPr/>
            <p:nvPr/>
          </p:nvSpPr>
          <p:spPr>
            <a:xfrm>
              <a:off x="2790" y="2212590"/>
              <a:ext cx="2483714" cy="993485"/>
            </a:xfrm>
            <a:prstGeom prst="chevron">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6" name="Arrow: Chevron 4">
              <a:extLst>
                <a:ext uri="{FF2B5EF4-FFF2-40B4-BE49-F238E27FC236}">
                  <a16:creationId xmlns:a16="http://schemas.microsoft.com/office/drawing/2014/main" id="{2E98D73E-24ED-4FA3-8C80-B8AF4009E7B8}"/>
                </a:ext>
              </a:extLst>
            </p:cNvPr>
            <p:cNvSpPr txBox="1"/>
            <p:nvPr/>
          </p:nvSpPr>
          <p:spPr>
            <a:xfrm>
              <a:off x="499533" y="2212590"/>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Input Creation</a:t>
              </a:r>
              <a:endParaRPr lang="en-US" sz="2000" kern="1200" dirty="0"/>
            </a:p>
          </p:txBody>
        </p:sp>
      </p:grpSp>
      <p:grpSp>
        <p:nvGrpSpPr>
          <p:cNvPr id="3" name="Group 2">
            <a:extLst>
              <a:ext uri="{FF2B5EF4-FFF2-40B4-BE49-F238E27FC236}">
                <a16:creationId xmlns:a16="http://schemas.microsoft.com/office/drawing/2014/main" id="{06C63BAC-E59F-4133-B561-355EA11A6404}"/>
              </a:ext>
            </a:extLst>
          </p:cNvPr>
          <p:cNvGrpSpPr/>
          <p:nvPr/>
        </p:nvGrpSpPr>
        <p:grpSpPr>
          <a:xfrm>
            <a:off x="2618800" y="2932257"/>
            <a:ext cx="2483714" cy="993485"/>
            <a:chOff x="2238133" y="2212590"/>
            <a:chExt cx="2483714" cy="993485"/>
          </a:xfrm>
        </p:grpSpPr>
        <p:sp>
          <p:nvSpPr>
            <p:cNvPr id="13" name="Arrow: Chevron 12">
              <a:extLst>
                <a:ext uri="{FF2B5EF4-FFF2-40B4-BE49-F238E27FC236}">
                  <a16:creationId xmlns:a16="http://schemas.microsoft.com/office/drawing/2014/main" id="{E170045C-E910-4E83-AA70-C90A488D5AD8}"/>
                </a:ext>
              </a:extLst>
            </p:cNvPr>
            <p:cNvSpPr/>
            <p:nvPr/>
          </p:nvSpPr>
          <p:spPr>
            <a:xfrm>
              <a:off x="2238133" y="2212590"/>
              <a:ext cx="2483714" cy="993485"/>
            </a:xfrm>
            <a:prstGeom prst="chevron">
              <a:avLst/>
            </a:prstGeom>
          </p:spPr>
          <p:style>
            <a:lnRef idx="2">
              <a:schemeClr val="lt1">
                <a:hueOff val="0"/>
                <a:satOff val="0"/>
                <a:lumOff val="0"/>
                <a:alphaOff val="0"/>
              </a:schemeClr>
            </a:lnRef>
            <a:fillRef idx="1">
              <a:schemeClr val="accent3">
                <a:hueOff val="677650"/>
                <a:satOff val="25000"/>
                <a:lumOff val="-3676"/>
                <a:alphaOff val="0"/>
              </a:schemeClr>
            </a:fillRef>
            <a:effectRef idx="0">
              <a:schemeClr val="accent3">
                <a:hueOff val="677650"/>
                <a:satOff val="25000"/>
                <a:lumOff val="-3676"/>
                <a:alphaOff val="0"/>
              </a:schemeClr>
            </a:effectRef>
            <a:fontRef idx="minor">
              <a:schemeClr val="lt1"/>
            </a:fontRef>
          </p:style>
        </p:sp>
        <p:sp>
          <p:nvSpPr>
            <p:cNvPr id="14" name="Arrow: Chevron 6">
              <a:extLst>
                <a:ext uri="{FF2B5EF4-FFF2-40B4-BE49-F238E27FC236}">
                  <a16:creationId xmlns:a16="http://schemas.microsoft.com/office/drawing/2014/main" id="{E5F61462-E764-49E9-ACA8-CA2CF4322A21}"/>
                </a:ext>
              </a:extLst>
            </p:cNvPr>
            <p:cNvSpPr txBox="1"/>
            <p:nvPr/>
          </p:nvSpPr>
          <p:spPr>
            <a:xfrm>
              <a:off x="2734876" y="2212590"/>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Pre Period Identification</a:t>
              </a:r>
              <a:endParaRPr lang="en-US" sz="2000" kern="1200" dirty="0"/>
            </a:p>
          </p:txBody>
        </p:sp>
      </p:grpSp>
      <p:grpSp>
        <p:nvGrpSpPr>
          <p:cNvPr id="4" name="Group 3">
            <a:extLst>
              <a:ext uri="{FF2B5EF4-FFF2-40B4-BE49-F238E27FC236}">
                <a16:creationId xmlns:a16="http://schemas.microsoft.com/office/drawing/2014/main" id="{8883B9AE-CE17-47F5-A037-7B0355DD7A5F}"/>
              </a:ext>
            </a:extLst>
          </p:cNvPr>
          <p:cNvGrpSpPr/>
          <p:nvPr/>
        </p:nvGrpSpPr>
        <p:grpSpPr>
          <a:xfrm>
            <a:off x="4842254" y="2932257"/>
            <a:ext cx="2483714" cy="993485"/>
            <a:chOff x="4461587" y="2212590"/>
            <a:chExt cx="2483714" cy="993485"/>
          </a:xfrm>
        </p:grpSpPr>
        <p:sp>
          <p:nvSpPr>
            <p:cNvPr id="11" name="Arrow: Chevron 10">
              <a:extLst>
                <a:ext uri="{FF2B5EF4-FFF2-40B4-BE49-F238E27FC236}">
                  <a16:creationId xmlns:a16="http://schemas.microsoft.com/office/drawing/2014/main" id="{9C76FD3C-3CD1-4616-A7B5-39DF62D9D247}"/>
                </a:ext>
              </a:extLst>
            </p:cNvPr>
            <p:cNvSpPr/>
            <p:nvPr/>
          </p:nvSpPr>
          <p:spPr>
            <a:xfrm>
              <a:off x="4461587" y="2212590"/>
              <a:ext cx="2483714" cy="993485"/>
            </a:xfrm>
            <a:prstGeom prst="chevron">
              <a:avLst/>
            </a:prstGeom>
          </p:spPr>
          <p:style>
            <a:lnRef idx="2">
              <a:schemeClr val="lt1">
                <a:hueOff val="0"/>
                <a:satOff val="0"/>
                <a:lumOff val="0"/>
                <a:alphaOff val="0"/>
              </a:schemeClr>
            </a:lnRef>
            <a:fillRef idx="1">
              <a:schemeClr val="accent3">
                <a:hueOff val="1355300"/>
                <a:satOff val="50000"/>
                <a:lumOff val="-7353"/>
                <a:alphaOff val="0"/>
              </a:schemeClr>
            </a:fillRef>
            <a:effectRef idx="0">
              <a:schemeClr val="accent3">
                <a:hueOff val="1355300"/>
                <a:satOff val="50000"/>
                <a:lumOff val="-7353"/>
                <a:alphaOff val="0"/>
              </a:schemeClr>
            </a:effectRef>
            <a:fontRef idx="minor">
              <a:schemeClr val="lt1"/>
            </a:fontRef>
          </p:style>
        </p:sp>
        <p:sp>
          <p:nvSpPr>
            <p:cNvPr id="12" name="Arrow: Chevron 8">
              <a:extLst>
                <a:ext uri="{FF2B5EF4-FFF2-40B4-BE49-F238E27FC236}">
                  <a16:creationId xmlns:a16="http://schemas.microsoft.com/office/drawing/2014/main" id="{54A3485B-0E38-4E9A-8703-81AD770CCC7A}"/>
                </a:ext>
              </a:extLst>
            </p:cNvPr>
            <p:cNvSpPr txBox="1"/>
            <p:nvPr/>
          </p:nvSpPr>
          <p:spPr>
            <a:xfrm>
              <a:off x="4958330" y="2212590"/>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Outlier Removal</a:t>
              </a:r>
              <a:endParaRPr lang="en-US" sz="2000" kern="1200" dirty="0"/>
            </a:p>
          </p:txBody>
        </p:sp>
      </p:grpSp>
      <p:grpSp>
        <p:nvGrpSpPr>
          <p:cNvPr id="5" name="Group 4">
            <a:extLst>
              <a:ext uri="{FF2B5EF4-FFF2-40B4-BE49-F238E27FC236}">
                <a16:creationId xmlns:a16="http://schemas.microsoft.com/office/drawing/2014/main" id="{69D2124F-52DD-42ED-9F9E-CA241540ED12}"/>
              </a:ext>
            </a:extLst>
          </p:cNvPr>
          <p:cNvGrpSpPr/>
          <p:nvPr/>
        </p:nvGrpSpPr>
        <p:grpSpPr>
          <a:xfrm>
            <a:off x="7089486" y="2932257"/>
            <a:ext cx="2483714" cy="993485"/>
            <a:chOff x="6708819" y="2212590"/>
            <a:chExt cx="2483714" cy="993485"/>
          </a:xfrm>
        </p:grpSpPr>
        <p:sp>
          <p:nvSpPr>
            <p:cNvPr id="9" name="Arrow: Chevron 8">
              <a:extLst>
                <a:ext uri="{FF2B5EF4-FFF2-40B4-BE49-F238E27FC236}">
                  <a16:creationId xmlns:a16="http://schemas.microsoft.com/office/drawing/2014/main" id="{2A73E67B-4EEA-40AD-B1D6-BB576797C9CB}"/>
                </a:ext>
              </a:extLst>
            </p:cNvPr>
            <p:cNvSpPr/>
            <p:nvPr/>
          </p:nvSpPr>
          <p:spPr>
            <a:xfrm>
              <a:off x="6708819" y="2212590"/>
              <a:ext cx="2483714" cy="993485"/>
            </a:xfrm>
            <a:prstGeom prst="chevron">
              <a:avLst/>
            </a:prstGeom>
          </p:spPr>
          <p:style>
            <a:lnRef idx="2">
              <a:schemeClr val="lt1">
                <a:hueOff val="0"/>
                <a:satOff val="0"/>
                <a:lumOff val="0"/>
                <a:alphaOff val="0"/>
              </a:schemeClr>
            </a:lnRef>
            <a:fillRef idx="1">
              <a:schemeClr val="accent3">
                <a:hueOff val="2032949"/>
                <a:satOff val="75000"/>
                <a:lumOff val="-11029"/>
                <a:alphaOff val="0"/>
              </a:schemeClr>
            </a:fillRef>
            <a:effectRef idx="0">
              <a:schemeClr val="accent3">
                <a:hueOff val="2032949"/>
                <a:satOff val="75000"/>
                <a:lumOff val="-11029"/>
                <a:alphaOff val="0"/>
              </a:schemeClr>
            </a:effectRef>
            <a:fontRef idx="minor">
              <a:schemeClr val="lt1"/>
            </a:fontRef>
          </p:style>
        </p:sp>
        <p:sp>
          <p:nvSpPr>
            <p:cNvPr id="10" name="Arrow: Chevron 10">
              <a:extLst>
                <a:ext uri="{FF2B5EF4-FFF2-40B4-BE49-F238E27FC236}">
                  <a16:creationId xmlns:a16="http://schemas.microsoft.com/office/drawing/2014/main" id="{4E206269-9985-4828-8E74-5FB165100AC2}"/>
                </a:ext>
              </a:extLst>
            </p:cNvPr>
            <p:cNvSpPr txBox="1"/>
            <p:nvPr/>
          </p:nvSpPr>
          <p:spPr>
            <a:xfrm>
              <a:off x="7205562" y="2212590"/>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Sample Size Selection</a:t>
              </a:r>
              <a:endParaRPr lang="en-US" sz="2000" kern="1200" dirty="0"/>
            </a:p>
          </p:txBody>
        </p:sp>
      </p:grpSp>
      <p:grpSp>
        <p:nvGrpSpPr>
          <p:cNvPr id="6" name="Group 5">
            <a:extLst>
              <a:ext uri="{FF2B5EF4-FFF2-40B4-BE49-F238E27FC236}">
                <a16:creationId xmlns:a16="http://schemas.microsoft.com/office/drawing/2014/main" id="{0B48E0F6-4FE0-4B51-A0CB-C69BE61F08F4}"/>
              </a:ext>
            </a:extLst>
          </p:cNvPr>
          <p:cNvGrpSpPr/>
          <p:nvPr/>
        </p:nvGrpSpPr>
        <p:grpSpPr>
          <a:xfrm>
            <a:off x="9324829" y="2932257"/>
            <a:ext cx="2483714" cy="993485"/>
            <a:chOff x="8944162" y="2212590"/>
            <a:chExt cx="2483714" cy="993485"/>
          </a:xfrm>
        </p:grpSpPr>
        <p:sp>
          <p:nvSpPr>
            <p:cNvPr id="7" name="Arrow: Chevron 6">
              <a:extLst>
                <a:ext uri="{FF2B5EF4-FFF2-40B4-BE49-F238E27FC236}">
                  <a16:creationId xmlns:a16="http://schemas.microsoft.com/office/drawing/2014/main" id="{F0FD4329-BDCB-408C-ACA2-12207B0FF69A}"/>
                </a:ext>
              </a:extLst>
            </p:cNvPr>
            <p:cNvSpPr/>
            <p:nvPr/>
          </p:nvSpPr>
          <p:spPr>
            <a:xfrm>
              <a:off x="8944162" y="2212590"/>
              <a:ext cx="2483714" cy="993485"/>
            </a:xfrm>
            <a:prstGeom prst="chevron">
              <a:avLst/>
            </a:prstGeom>
          </p:spPr>
          <p:style>
            <a:lnRef idx="2">
              <a:schemeClr val="lt1">
                <a:hueOff val="0"/>
                <a:satOff val="0"/>
                <a:lumOff val="0"/>
                <a:alphaOff val="0"/>
              </a:schemeClr>
            </a:lnRef>
            <a:fillRef idx="1">
              <a:schemeClr val="accent3">
                <a:hueOff val="2710599"/>
                <a:satOff val="100000"/>
                <a:lumOff val="-14706"/>
                <a:alphaOff val="0"/>
              </a:schemeClr>
            </a:fillRef>
            <a:effectRef idx="0">
              <a:schemeClr val="accent3">
                <a:hueOff val="2710599"/>
                <a:satOff val="100000"/>
                <a:lumOff val="-14706"/>
                <a:alphaOff val="0"/>
              </a:schemeClr>
            </a:effectRef>
            <a:fontRef idx="minor">
              <a:schemeClr val="lt1"/>
            </a:fontRef>
          </p:style>
        </p:sp>
        <p:sp>
          <p:nvSpPr>
            <p:cNvPr id="8" name="Arrow: Chevron 12">
              <a:extLst>
                <a:ext uri="{FF2B5EF4-FFF2-40B4-BE49-F238E27FC236}">
                  <a16:creationId xmlns:a16="http://schemas.microsoft.com/office/drawing/2014/main" id="{2E663D7A-FA9F-4D80-9CE6-9C1911BAEDA4}"/>
                </a:ext>
              </a:extLst>
            </p:cNvPr>
            <p:cNvSpPr txBox="1"/>
            <p:nvPr/>
          </p:nvSpPr>
          <p:spPr>
            <a:xfrm>
              <a:off x="9440905" y="2212590"/>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Uplift Calculation</a:t>
              </a:r>
              <a:endParaRPr lang="en-US" sz="2000" kern="1200" dirty="0"/>
            </a:p>
          </p:txBody>
        </p:sp>
      </p:grpSp>
      <p:sp>
        <p:nvSpPr>
          <p:cNvPr id="17" name="Title 16">
            <a:extLst>
              <a:ext uri="{FF2B5EF4-FFF2-40B4-BE49-F238E27FC236}">
                <a16:creationId xmlns:a16="http://schemas.microsoft.com/office/drawing/2014/main" id="{38B297FB-93FA-4D7F-8A77-830748C18CF6}"/>
              </a:ext>
            </a:extLst>
          </p:cNvPr>
          <p:cNvSpPr>
            <a:spLocks noGrp="1"/>
          </p:cNvSpPr>
          <p:nvPr>
            <p:ph type="title"/>
          </p:nvPr>
        </p:nvSpPr>
        <p:spPr/>
        <p:txBody>
          <a:bodyPr/>
          <a:lstStyle/>
          <a:p>
            <a:r>
              <a:rPr lang="en-IN" dirty="0"/>
              <a:t>Main modules in methodology</a:t>
            </a:r>
            <a:endParaRPr lang="en-US" dirty="0"/>
          </a:p>
        </p:txBody>
      </p:sp>
    </p:spTree>
    <p:extLst>
      <p:ext uri="{BB962C8B-B14F-4D97-AF65-F5344CB8AC3E}">
        <p14:creationId xmlns:p14="http://schemas.microsoft.com/office/powerpoint/2010/main" val="1505757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ED3CAB99-DD3B-4175-9C6C-E4460082A8F8}"/>
              </a:ext>
            </a:extLst>
          </p:cNvPr>
          <p:cNvGraphicFramePr/>
          <p:nvPr>
            <p:extLst>
              <p:ext uri="{D42A27DB-BD31-4B8C-83A1-F6EECF244321}">
                <p14:modId xmlns:p14="http://schemas.microsoft.com/office/powerpoint/2010/main" val="4086892838"/>
              </p:ext>
            </p:extLst>
          </p:nvPr>
        </p:nvGraphicFramePr>
        <p:xfrm>
          <a:off x="387377" y="-367645"/>
          <a:ext cx="11430668" cy="29199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a:extLst>
              <a:ext uri="{FF2B5EF4-FFF2-40B4-BE49-F238E27FC236}">
                <a16:creationId xmlns:a16="http://schemas.microsoft.com/office/drawing/2014/main" id="{8B048D80-AA6D-40A3-A68C-3E4113F52A76}"/>
              </a:ext>
            </a:extLst>
          </p:cNvPr>
          <p:cNvGraphicFramePr>
            <a:graphicFrameLocks noGrp="1"/>
          </p:cNvGraphicFramePr>
          <p:nvPr/>
        </p:nvGraphicFramePr>
        <p:xfrm>
          <a:off x="1800521" y="1825626"/>
          <a:ext cx="8235204" cy="4422134"/>
        </p:xfrm>
        <a:graphic>
          <a:graphicData uri="http://schemas.openxmlformats.org/drawingml/2006/table">
            <a:tbl>
              <a:tblPr/>
              <a:tblGrid>
                <a:gridCol w="927439">
                  <a:extLst>
                    <a:ext uri="{9D8B030D-6E8A-4147-A177-3AD203B41FA5}">
                      <a16:colId xmlns:a16="http://schemas.microsoft.com/office/drawing/2014/main" val="1230189229"/>
                    </a:ext>
                  </a:extLst>
                </a:gridCol>
                <a:gridCol w="1944268">
                  <a:extLst>
                    <a:ext uri="{9D8B030D-6E8A-4147-A177-3AD203B41FA5}">
                      <a16:colId xmlns:a16="http://schemas.microsoft.com/office/drawing/2014/main" val="2722286004"/>
                    </a:ext>
                  </a:extLst>
                </a:gridCol>
                <a:gridCol w="4760104">
                  <a:extLst>
                    <a:ext uri="{9D8B030D-6E8A-4147-A177-3AD203B41FA5}">
                      <a16:colId xmlns:a16="http://schemas.microsoft.com/office/drawing/2014/main" val="2416214276"/>
                    </a:ext>
                  </a:extLst>
                </a:gridCol>
                <a:gridCol w="603393">
                  <a:extLst>
                    <a:ext uri="{9D8B030D-6E8A-4147-A177-3AD203B41FA5}">
                      <a16:colId xmlns:a16="http://schemas.microsoft.com/office/drawing/2014/main" val="1227515153"/>
                    </a:ext>
                  </a:extLst>
                </a:gridCol>
              </a:tblGrid>
              <a:tr h="160369">
                <a:tc>
                  <a:txBody>
                    <a:bodyPr/>
                    <a:lstStyle/>
                    <a:p>
                      <a:pPr algn="l" fontAlgn="b"/>
                      <a:r>
                        <a:rPr lang="en-US" sz="900" b="1" i="0" u="none" strike="noStrike" dirty="0">
                          <a:solidFill>
                            <a:schemeClr val="bg1"/>
                          </a:solidFill>
                          <a:effectLst/>
                          <a:latin typeface="Calibri" panose="020F0502020204030204" pitchFamily="34" charset="0"/>
                        </a:rPr>
                        <a:t>Type</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l" fontAlgn="b"/>
                      <a:r>
                        <a:rPr lang="en-US" sz="900" b="1" i="0" u="none" strike="noStrike" dirty="0">
                          <a:solidFill>
                            <a:schemeClr val="bg1"/>
                          </a:solidFill>
                          <a:effectLst/>
                          <a:latin typeface="Calibri" panose="020F0502020204030204" pitchFamily="34" charset="0"/>
                        </a:rPr>
                        <a:t>Feature Name</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l" fontAlgn="b"/>
                      <a:r>
                        <a:rPr lang="en-US" sz="900" b="1" i="0" u="none" strike="noStrike" dirty="0">
                          <a:solidFill>
                            <a:schemeClr val="bg1"/>
                          </a:solidFill>
                          <a:effectLst/>
                          <a:latin typeface="Calibri" panose="020F0502020204030204" pitchFamily="34" charset="0"/>
                        </a:rPr>
                        <a:t>Description</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l" fontAlgn="b"/>
                      <a:r>
                        <a:rPr lang="en-US" sz="900" b="1" i="0" u="none" strike="noStrike" dirty="0">
                          <a:solidFill>
                            <a:schemeClr val="bg1"/>
                          </a:solidFill>
                          <a:effectLst/>
                          <a:latin typeface="Calibri" panose="020F0502020204030204" pitchFamily="34" charset="0"/>
                        </a:rPr>
                        <a:t>Comments</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3414355926"/>
                  </a:ext>
                </a:extLst>
              </a:tr>
              <a:tr h="155023">
                <a:tc>
                  <a:txBody>
                    <a:bodyPr/>
                    <a:lstStyle/>
                    <a:p>
                      <a:pPr algn="l" fontAlgn="b"/>
                      <a:r>
                        <a:rPr lang="en-US" sz="1000" b="0" i="0" u="none" strike="noStrike" dirty="0">
                          <a:solidFill>
                            <a:srgbClr val="000000"/>
                          </a:solidFill>
                          <a:effectLst/>
                          <a:latin typeface="Calibri" panose="020F0502020204030204" pitchFamily="34" charset="0"/>
                        </a:rPr>
                        <a:t>Campaign</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r>
                        <a:rPr lang="en-US" sz="1000" b="0" i="0" u="none" strike="noStrike">
                          <a:solidFill>
                            <a:srgbClr val="000000"/>
                          </a:solidFill>
                          <a:effectLst/>
                          <a:latin typeface="Calibri" panose="020F0502020204030204" pitchFamily="34" charset="0"/>
                        </a:rPr>
                        <a:t>Customer ID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r>
                        <a:rPr lang="en-US" sz="900" b="0" i="0" u="none" strike="noStrike">
                          <a:solidFill>
                            <a:srgbClr val="000000"/>
                          </a:solidFill>
                          <a:effectLst/>
                          <a:latin typeface="Calibri" panose="020F0502020204030204" pitchFamily="34" charset="0"/>
                        </a:rPr>
                        <a:t>Unique Customer Identifier</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Necessary</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48673075"/>
                  </a:ext>
                </a:extLst>
              </a:tr>
              <a:tr h="155023">
                <a:tc>
                  <a:txBody>
                    <a:bodyPr/>
                    <a:lstStyle/>
                    <a:p>
                      <a:pPr algn="l" fontAlgn="b"/>
                      <a:r>
                        <a:rPr lang="en-US" sz="1000" b="0" i="0" u="none" strike="noStrike" dirty="0">
                          <a:solidFill>
                            <a:srgbClr val="000000"/>
                          </a:solidFill>
                          <a:effectLst/>
                          <a:latin typeface="Calibri" panose="020F0502020204030204" pitchFamily="34" charset="0"/>
                        </a:rPr>
                        <a:t>Campaign</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r>
                        <a:rPr lang="en-US" sz="1000" b="0" i="0" u="none" strike="noStrike" dirty="0">
                          <a:solidFill>
                            <a:srgbClr val="000000"/>
                          </a:solidFill>
                          <a:effectLst/>
                          <a:latin typeface="Calibri" panose="020F0502020204030204" pitchFamily="34" charset="0"/>
                        </a:rPr>
                        <a:t>Test / Control Flag</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Flag giving whether the customer is test or control</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Necessary</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935113654"/>
                  </a:ext>
                </a:extLst>
              </a:tr>
              <a:tr h="155023">
                <a:tc>
                  <a:txBody>
                    <a:bodyPr/>
                    <a:lstStyle/>
                    <a:p>
                      <a:pPr algn="l" fontAlgn="b"/>
                      <a:r>
                        <a:rPr lang="en-US" sz="1000" b="0" i="0" u="none" strike="noStrike" dirty="0">
                          <a:solidFill>
                            <a:srgbClr val="000000"/>
                          </a:solidFill>
                          <a:effectLst/>
                          <a:latin typeface="Calibri" panose="020F0502020204030204" pitchFamily="34" charset="0"/>
                        </a:rPr>
                        <a:t>Campaign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65000"/>
                      </a:schemeClr>
                    </a:solidFill>
                  </a:tcPr>
                </a:tc>
                <a:tc>
                  <a:txBody>
                    <a:bodyPr/>
                    <a:lstStyle/>
                    <a:p>
                      <a:pPr algn="l" fontAlgn="b"/>
                      <a:r>
                        <a:rPr lang="en-US" sz="1000" b="0" i="0" u="none" strike="noStrike" dirty="0">
                          <a:solidFill>
                            <a:srgbClr val="000000"/>
                          </a:solidFill>
                          <a:effectLst/>
                          <a:latin typeface="Calibri" panose="020F0502020204030204" pitchFamily="34" charset="0"/>
                        </a:rPr>
                        <a:t>Campaign Sales</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6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Campaign Period Sales</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6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Necessary</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647792436"/>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Pre Sales 1</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Pre Period sales where pre period is of the same duration as the campaign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Necessary</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78232724"/>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Pre Sales 2</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Pre Period sales where pre period duration is 2 times the duration of the campaign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Necessary</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13378596"/>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dirty="0">
                          <a:solidFill>
                            <a:srgbClr val="000000"/>
                          </a:solidFill>
                          <a:effectLst/>
                          <a:latin typeface="Calibri" panose="020F0502020204030204" pitchFamily="34" charset="0"/>
                        </a:rPr>
                        <a:t>Pre Sales 3</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Pre Period sales where pre period duration is 3 times the duration of the campaign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Necessary</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68119888"/>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Pre Sales 4</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Pre Period sales where pre period duration is 4 times the duration of the campaign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Necessary</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9785676"/>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Pre Visits 1</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Pre Period visits where pre period is of the same duration as the campaign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54780531"/>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Pre Visits 2</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Pre Period visits where pre period duration is 2 times the duration of the campaign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16942029"/>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Pre Visits 3</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Pre Period visits where pre period duration is 3 times the duration of the campaign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643111"/>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Pre Visits 4</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Pre Period visits where pre period duration is 4 times the duration of the campaign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2486172"/>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Pre Units 1</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Pre Period Units where pre period is of the same duration as the campaign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53155803"/>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Pre Units 2</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Pre Period Units where pre period duration is 2 times the duration of the campaign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52764920"/>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Pre Units 3</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Pre Period Units where pre period duration is 3 times the duration of the campaign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14191382"/>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Pre Units 4</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Pre Period Units where pre period duration is 4 times the duration of the campaign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68358852"/>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Customer Loyalty</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Customer's Loyalty at the end of the pre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1334078"/>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Customer LTL</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Customer's long term loyalty at the end of the pre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38279804"/>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Customer Price Sensitivity</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Customer's Price Sensitivity at the end of the pre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24157812"/>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Customer Lifestage</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Customer's Lifestage at the end of the pre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98668713"/>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Customer Lifestyle</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Customer's Lifestyle at the end of the pre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97990299"/>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Customer's prefered store region</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Customer's prefered store region at the end of the pre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46226337"/>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Customer's prefered store format</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Customer's prefered store format at the end of the pre period</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7950302"/>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dirty="0">
                          <a:solidFill>
                            <a:srgbClr val="000000"/>
                          </a:solidFill>
                          <a:effectLst/>
                          <a:latin typeface="Calibri" panose="020F0502020204030204" pitchFamily="34" charset="0"/>
                        </a:rPr>
                        <a:t>Customer's </a:t>
                      </a:r>
                      <a:r>
                        <a:rPr lang="en-US" sz="1000" b="0" i="0" u="none" strike="noStrike" dirty="0" err="1">
                          <a:solidFill>
                            <a:srgbClr val="000000"/>
                          </a:solidFill>
                          <a:effectLst/>
                          <a:latin typeface="Calibri" panose="020F0502020204030204" pitchFamily="34" charset="0"/>
                        </a:rPr>
                        <a:t>prefered</a:t>
                      </a:r>
                      <a:r>
                        <a:rPr lang="en-US" sz="1000" b="0" i="0" u="none" strike="noStrike" dirty="0">
                          <a:solidFill>
                            <a:srgbClr val="000000"/>
                          </a:solidFill>
                          <a:effectLst/>
                          <a:latin typeface="Calibri" panose="020F0502020204030204" pitchFamily="34" charset="0"/>
                        </a:rPr>
                        <a:t> store sales</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Customer's prefered store sales in last 13 weeks </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11546315"/>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No. of Contacts (campaign type)</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Number of contacts through a similar campaign in last 13 weeks</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00366384"/>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No. of Redemptions (campaign type)</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Number redemptions a coupon from a similar campaign in last 13 weeks</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44721585"/>
                  </a:ext>
                </a:extLst>
              </a:tr>
              <a:tr h="155023">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a:solidFill>
                            <a:srgbClr val="000000"/>
                          </a:solidFill>
                          <a:effectLst/>
                          <a:latin typeface="Calibri" panose="020F0502020204030204" pitchFamily="34" charset="0"/>
                        </a:rPr>
                        <a:t>No. of Contacts (overall)</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Number of contacts in last 13 weeks</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07213300"/>
                  </a:ext>
                </a:extLst>
              </a:tr>
              <a:tr h="160369">
                <a:tc>
                  <a:txBody>
                    <a:bodyPr/>
                    <a:lstStyle/>
                    <a:p>
                      <a:pPr algn="l" fontAlgn="b"/>
                      <a:r>
                        <a:rPr lang="en-US" sz="1000" b="0" i="0" u="none" strike="noStrike" dirty="0">
                          <a:solidFill>
                            <a:srgbClr val="000000"/>
                          </a:solidFill>
                          <a:effectLst/>
                          <a:latin typeface="Calibri" panose="020F0502020204030204" pitchFamily="34" charset="0"/>
                        </a:rPr>
                        <a:t>Pre Period</a:t>
                      </a:r>
                    </a:p>
                  </a:txBody>
                  <a:tcPr marL="5346" marR="5346" marT="534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000" b="0" i="0" u="none" strike="noStrike" dirty="0">
                          <a:solidFill>
                            <a:srgbClr val="000000"/>
                          </a:solidFill>
                          <a:effectLst/>
                          <a:latin typeface="Calibri" panose="020F0502020204030204" pitchFamily="34" charset="0"/>
                        </a:rPr>
                        <a:t>No. of Redemptions (overall)</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Number of redemptions a coupon from in last 13 weeks</a:t>
                      </a:r>
                    </a:p>
                  </a:txBody>
                  <a:tcPr marL="5346" marR="5346" marT="53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Optional</a:t>
                      </a:r>
                    </a:p>
                  </a:txBody>
                  <a:tcPr marL="5346" marR="5346" marT="534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93922375"/>
                  </a:ext>
                </a:extLst>
              </a:tr>
            </a:tbl>
          </a:graphicData>
        </a:graphic>
      </p:graphicFrame>
      <p:sp>
        <p:nvSpPr>
          <p:cNvPr id="2" name="TextBox 1">
            <a:extLst>
              <a:ext uri="{FF2B5EF4-FFF2-40B4-BE49-F238E27FC236}">
                <a16:creationId xmlns:a16="http://schemas.microsoft.com/office/drawing/2014/main" id="{4CF7150D-DCF2-44F8-8EE6-168319CF9EC9}"/>
              </a:ext>
            </a:extLst>
          </p:cNvPr>
          <p:cNvSpPr txBox="1"/>
          <p:nvPr/>
        </p:nvSpPr>
        <p:spPr>
          <a:xfrm>
            <a:off x="3685881" y="6247760"/>
            <a:ext cx="914400" cy="914400"/>
          </a:xfrm>
          <a:prstGeom prst="rect">
            <a:avLst/>
          </a:prstGeom>
        </p:spPr>
        <p:txBody>
          <a:bodyPr wrap="none" lIns="0" tIns="0" rIns="0" bIns="0" rtlCol="0" anchor="t">
            <a:normAutofit/>
          </a:bodyPr>
          <a:lstStyle/>
          <a:p>
            <a:pPr algn="l"/>
            <a:r>
              <a:rPr lang="en-IN" sz="1000" b="0" dirty="0"/>
              <a:t>*</a:t>
            </a:r>
            <a:r>
              <a:rPr lang="en-IN" sz="1000" b="0" i="1" dirty="0"/>
              <a:t> Apart from these features, any features used to define eligibility of selecting the customer base for the given campaign should also be included</a:t>
            </a:r>
            <a:endParaRPr lang="en-US" sz="1000" b="0" i="1" dirty="0"/>
          </a:p>
        </p:txBody>
      </p:sp>
      <p:graphicFrame>
        <p:nvGraphicFramePr>
          <p:cNvPr id="7" name="Object 6">
            <a:extLst>
              <a:ext uri="{FF2B5EF4-FFF2-40B4-BE49-F238E27FC236}">
                <a16:creationId xmlns:a16="http://schemas.microsoft.com/office/drawing/2014/main" id="{E8081EC9-3395-4EBC-BC2D-E06331A18D74}"/>
              </a:ext>
            </a:extLst>
          </p:cNvPr>
          <p:cNvGraphicFramePr>
            <a:graphicFrameLocks noChangeAspect="1"/>
          </p:cNvGraphicFramePr>
          <p:nvPr>
            <p:extLst>
              <p:ext uri="{D42A27DB-BD31-4B8C-83A1-F6EECF244321}">
                <p14:modId xmlns:p14="http://schemas.microsoft.com/office/powerpoint/2010/main" val="1438669045"/>
              </p:ext>
            </p:extLst>
          </p:nvPr>
        </p:nvGraphicFramePr>
        <p:xfrm>
          <a:off x="11006138" y="4749800"/>
          <a:ext cx="381000" cy="806450"/>
        </p:xfrm>
        <a:graphic>
          <a:graphicData uri="http://schemas.openxmlformats.org/presentationml/2006/ole">
            <mc:AlternateContent xmlns:mc="http://schemas.openxmlformats.org/markup-compatibility/2006">
              <mc:Choice xmlns:v="urn:schemas-microsoft-com:vml" Requires="v">
                <p:oleObj name="Worksheet" showAsIcon="1" r:id="rId7" imgW="380753" imgH="806311" progId="Excel.Sheet.12">
                  <p:embed/>
                </p:oleObj>
              </mc:Choice>
              <mc:Fallback>
                <p:oleObj name="Worksheet" showAsIcon="1" r:id="rId7" imgW="380753" imgH="806311" progId="Excel.Sheet.12">
                  <p:embed/>
                  <p:pic>
                    <p:nvPicPr>
                      <p:cNvPr id="7" name="Object 6">
                        <a:extLst>
                          <a:ext uri="{FF2B5EF4-FFF2-40B4-BE49-F238E27FC236}">
                            <a16:creationId xmlns:a16="http://schemas.microsoft.com/office/drawing/2014/main" id="{E8081EC9-3395-4EBC-BC2D-E06331A18D74}"/>
                          </a:ext>
                        </a:extLst>
                      </p:cNvPr>
                      <p:cNvPicPr/>
                      <p:nvPr/>
                    </p:nvPicPr>
                    <p:blipFill>
                      <a:blip r:embed="rId8"/>
                      <a:stretch>
                        <a:fillRect/>
                      </a:stretch>
                    </p:blipFill>
                    <p:spPr>
                      <a:xfrm>
                        <a:off x="11006138" y="4749800"/>
                        <a:ext cx="381000" cy="806450"/>
                      </a:xfrm>
                      <a:prstGeom prst="rect">
                        <a:avLst/>
                      </a:prstGeom>
                    </p:spPr>
                  </p:pic>
                </p:oleObj>
              </mc:Fallback>
            </mc:AlternateContent>
          </a:graphicData>
        </a:graphic>
      </p:graphicFrame>
    </p:spTree>
    <p:extLst>
      <p:ext uri="{BB962C8B-B14F-4D97-AF65-F5344CB8AC3E}">
        <p14:creationId xmlns:p14="http://schemas.microsoft.com/office/powerpoint/2010/main" val="1322914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ED3CAB99-DD3B-4175-9C6C-E4460082A8F8}"/>
              </a:ext>
            </a:extLst>
          </p:cNvPr>
          <p:cNvGraphicFramePr/>
          <p:nvPr>
            <p:extLst>
              <p:ext uri="{D42A27DB-BD31-4B8C-83A1-F6EECF244321}">
                <p14:modId xmlns:p14="http://schemas.microsoft.com/office/powerpoint/2010/main" val="487280184"/>
              </p:ext>
            </p:extLst>
          </p:nvPr>
        </p:nvGraphicFramePr>
        <p:xfrm>
          <a:off x="387377" y="-367645"/>
          <a:ext cx="11430668" cy="29199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Rounded Corners 1">
            <a:extLst>
              <a:ext uri="{FF2B5EF4-FFF2-40B4-BE49-F238E27FC236}">
                <a16:creationId xmlns:a16="http://schemas.microsoft.com/office/drawing/2014/main" id="{5E07DDF5-18E7-4B5C-9E4F-684B9589B590}"/>
              </a:ext>
            </a:extLst>
          </p:cNvPr>
          <p:cNvSpPr/>
          <p:nvPr/>
        </p:nvSpPr>
        <p:spPr>
          <a:xfrm>
            <a:off x="5282579" y="3195686"/>
            <a:ext cx="1640264" cy="164969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a:p>
            <a:pPr algn="ctr"/>
            <a:r>
              <a:rPr lang="en-IN" dirty="0"/>
              <a:t>Correlation Calculation</a:t>
            </a:r>
          </a:p>
          <a:p>
            <a:pPr algn="ctr"/>
            <a:r>
              <a:rPr lang="en-IN" sz="1200" i="1" dirty="0"/>
              <a:t>(Using unexposed base)</a:t>
            </a:r>
            <a:endParaRPr lang="en-US" sz="1400" i="1" dirty="0"/>
          </a:p>
          <a:p>
            <a:pPr algn="ctr"/>
            <a:endParaRPr lang="en-US" dirty="0"/>
          </a:p>
        </p:txBody>
      </p:sp>
      <p:cxnSp>
        <p:nvCxnSpPr>
          <p:cNvPr id="9" name="Straight Connector 8">
            <a:extLst>
              <a:ext uri="{FF2B5EF4-FFF2-40B4-BE49-F238E27FC236}">
                <a16:creationId xmlns:a16="http://schemas.microsoft.com/office/drawing/2014/main" id="{9DBD7307-8200-450C-8557-4FC657E36BF8}"/>
              </a:ext>
            </a:extLst>
          </p:cNvPr>
          <p:cNvCxnSpPr>
            <a:cxnSpLocks/>
            <a:endCxn id="6" idx="2"/>
          </p:cNvCxnSpPr>
          <p:nvPr/>
        </p:nvCxnSpPr>
        <p:spPr>
          <a:xfrm>
            <a:off x="1866507" y="2552276"/>
            <a:ext cx="423620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2D78463-C493-4C7D-B628-B91DAB3165C9}"/>
              </a:ext>
            </a:extLst>
          </p:cNvPr>
          <p:cNvCxnSpPr>
            <a:cxnSpLocks/>
            <a:endCxn id="2" idx="0"/>
          </p:cNvCxnSpPr>
          <p:nvPr/>
        </p:nvCxnSpPr>
        <p:spPr>
          <a:xfrm>
            <a:off x="6102711" y="2552276"/>
            <a:ext cx="0" cy="6434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B1CA09D-8A8A-4251-9372-9B147897EE3B}"/>
              </a:ext>
            </a:extLst>
          </p:cNvPr>
          <p:cNvCxnSpPr>
            <a:cxnSpLocks/>
          </p:cNvCxnSpPr>
          <p:nvPr/>
        </p:nvCxnSpPr>
        <p:spPr>
          <a:xfrm>
            <a:off x="1866507" y="5551571"/>
            <a:ext cx="423620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517413B-68CA-455B-836F-30F3916EC298}"/>
              </a:ext>
            </a:extLst>
          </p:cNvPr>
          <p:cNvCxnSpPr>
            <a:cxnSpLocks/>
          </p:cNvCxnSpPr>
          <p:nvPr/>
        </p:nvCxnSpPr>
        <p:spPr>
          <a:xfrm flipV="1">
            <a:off x="6102711" y="4864231"/>
            <a:ext cx="0" cy="6873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083AD7D-2025-4B63-8ADC-2EB3E4ABF29F}"/>
              </a:ext>
            </a:extLst>
          </p:cNvPr>
          <p:cNvCxnSpPr>
            <a:cxnSpLocks/>
            <a:stCxn id="2" idx="3"/>
          </p:cNvCxnSpPr>
          <p:nvPr/>
        </p:nvCxnSpPr>
        <p:spPr>
          <a:xfrm flipV="1">
            <a:off x="6922843" y="4020531"/>
            <a:ext cx="1730963"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0E08C78-0731-45AE-B0F3-E953B78CAE65}"/>
              </a:ext>
            </a:extLst>
          </p:cNvPr>
          <p:cNvSpPr/>
          <p:nvPr/>
        </p:nvSpPr>
        <p:spPr>
          <a:xfrm>
            <a:off x="1762811" y="2092751"/>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Pre Sales 1</a:t>
            </a:r>
            <a:endParaRPr lang="en-US" sz="1200" dirty="0">
              <a:solidFill>
                <a:schemeClr val="tx1"/>
              </a:solidFill>
            </a:endParaRPr>
          </a:p>
        </p:txBody>
      </p:sp>
      <p:sp>
        <p:nvSpPr>
          <p:cNvPr id="23" name="Rectangle 22">
            <a:extLst>
              <a:ext uri="{FF2B5EF4-FFF2-40B4-BE49-F238E27FC236}">
                <a16:creationId xmlns:a16="http://schemas.microsoft.com/office/drawing/2014/main" id="{BED974E3-9C11-41A0-B3B0-3BBB8E591066}"/>
              </a:ext>
            </a:extLst>
          </p:cNvPr>
          <p:cNvSpPr/>
          <p:nvPr/>
        </p:nvSpPr>
        <p:spPr>
          <a:xfrm>
            <a:off x="3047997" y="2092750"/>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Pre Sales 2</a:t>
            </a:r>
            <a:endParaRPr lang="en-US" sz="1200" dirty="0">
              <a:solidFill>
                <a:schemeClr val="tx1"/>
              </a:solidFill>
            </a:endParaRPr>
          </a:p>
        </p:txBody>
      </p:sp>
      <p:sp>
        <p:nvSpPr>
          <p:cNvPr id="24" name="Rectangle 23">
            <a:extLst>
              <a:ext uri="{FF2B5EF4-FFF2-40B4-BE49-F238E27FC236}">
                <a16:creationId xmlns:a16="http://schemas.microsoft.com/office/drawing/2014/main" id="{B5431E1A-328A-4895-A039-A0D5A03507E2}"/>
              </a:ext>
            </a:extLst>
          </p:cNvPr>
          <p:cNvSpPr/>
          <p:nvPr/>
        </p:nvSpPr>
        <p:spPr>
          <a:xfrm>
            <a:off x="1762811" y="2688997"/>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Pre Sales 3</a:t>
            </a:r>
            <a:endParaRPr lang="en-US" sz="1200" dirty="0">
              <a:solidFill>
                <a:schemeClr val="tx1"/>
              </a:solidFill>
            </a:endParaRPr>
          </a:p>
        </p:txBody>
      </p:sp>
      <p:sp>
        <p:nvSpPr>
          <p:cNvPr id="25" name="Rectangle 24">
            <a:extLst>
              <a:ext uri="{FF2B5EF4-FFF2-40B4-BE49-F238E27FC236}">
                <a16:creationId xmlns:a16="http://schemas.microsoft.com/office/drawing/2014/main" id="{DDF41B94-38C5-4E8C-A4A6-864903FE70C2}"/>
              </a:ext>
            </a:extLst>
          </p:cNvPr>
          <p:cNvSpPr/>
          <p:nvPr/>
        </p:nvSpPr>
        <p:spPr>
          <a:xfrm>
            <a:off x="3047997" y="2688997"/>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Pre Sales 4</a:t>
            </a:r>
            <a:endParaRPr lang="en-US" sz="1200" dirty="0">
              <a:solidFill>
                <a:schemeClr val="tx1"/>
              </a:solidFill>
            </a:endParaRPr>
          </a:p>
        </p:txBody>
      </p:sp>
      <p:sp>
        <p:nvSpPr>
          <p:cNvPr id="26" name="Rectangle 25">
            <a:extLst>
              <a:ext uri="{FF2B5EF4-FFF2-40B4-BE49-F238E27FC236}">
                <a16:creationId xmlns:a16="http://schemas.microsoft.com/office/drawing/2014/main" id="{74169B15-4E6F-46D9-A1FF-94AD44C2624F}"/>
              </a:ext>
            </a:extLst>
          </p:cNvPr>
          <p:cNvSpPr/>
          <p:nvPr/>
        </p:nvSpPr>
        <p:spPr>
          <a:xfrm>
            <a:off x="8820345" y="3846136"/>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Pre Sales 3</a:t>
            </a:r>
            <a:endParaRPr lang="en-US" sz="1200" dirty="0">
              <a:solidFill>
                <a:schemeClr val="tx1"/>
              </a:solidFill>
            </a:endParaRPr>
          </a:p>
        </p:txBody>
      </p:sp>
      <p:sp>
        <p:nvSpPr>
          <p:cNvPr id="27" name="Rectangle 26">
            <a:extLst>
              <a:ext uri="{FF2B5EF4-FFF2-40B4-BE49-F238E27FC236}">
                <a16:creationId xmlns:a16="http://schemas.microsoft.com/office/drawing/2014/main" id="{95270844-D17C-41CD-B618-D053A4C06C2F}"/>
              </a:ext>
            </a:extLst>
          </p:cNvPr>
          <p:cNvSpPr/>
          <p:nvPr/>
        </p:nvSpPr>
        <p:spPr>
          <a:xfrm>
            <a:off x="1817798" y="5092045"/>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Campaign Sales</a:t>
            </a:r>
            <a:endParaRPr lang="en-US" sz="1200" dirty="0">
              <a:solidFill>
                <a:schemeClr val="tx1"/>
              </a:solidFill>
            </a:endParaRPr>
          </a:p>
        </p:txBody>
      </p:sp>
      <p:sp>
        <p:nvSpPr>
          <p:cNvPr id="28" name="TextBox 27">
            <a:extLst>
              <a:ext uri="{FF2B5EF4-FFF2-40B4-BE49-F238E27FC236}">
                <a16:creationId xmlns:a16="http://schemas.microsoft.com/office/drawing/2014/main" id="{41D27F1F-6DC2-45A3-89AC-085784EE2E77}"/>
              </a:ext>
            </a:extLst>
          </p:cNvPr>
          <p:cNvSpPr txBox="1"/>
          <p:nvPr/>
        </p:nvSpPr>
        <p:spPr>
          <a:xfrm>
            <a:off x="387377" y="2219981"/>
            <a:ext cx="1262314" cy="664592"/>
          </a:xfrm>
          <a:prstGeom prst="rect">
            <a:avLst/>
          </a:prstGeom>
          <a:ln>
            <a:solidFill>
              <a:schemeClr val="tx1"/>
            </a:solidFill>
            <a:prstDash val="lgDashDot"/>
          </a:ln>
        </p:spPr>
        <p:txBody>
          <a:bodyPr wrap="none" lIns="0" tIns="0" rIns="0" bIns="0" rtlCol="0" anchor="t">
            <a:normAutofit/>
          </a:bodyPr>
          <a:lstStyle/>
          <a:p>
            <a:r>
              <a:rPr lang="en-IN" sz="1400" dirty="0"/>
              <a:t>Set of Different</a:t>
            </a:r>
          </a:p>
          <a:p>
            <a:r>
              <a:rPr lang="en-IN" sz="1400" dirty="0"/>
              <a:t>Pre Period </a:t>
            </a:r>
          </a:p>
          <a:p>
            <a:r>
              <a:rPr lang="en-IN" sz="1400" dirty="0"/>
              <a:t>Features</a:t>
            </a:r>
          </a:p>
        </p:txBody>
      </p:sp>
      <p:sp>
        <p:nvSpPr>
          <p:cNvPr id="29" name="TextBox 28">
            <a:extLst>
              <a:ext uri="{FF2B5EF4-FFF2-40B4-BE49-F238E27FC236}">
                <a16:creationId xmlns:a16="http://schemas.microsoft.com/office/drawing/2014/main" id="{FB9EFEBA-B454-4047-A24C-8DE04ECE7B8E}"/>
              </a:ext>
            </a:extLst>
          </p:cNvPr>
          <p:cNvSpPr txBox="1"/>
          <p:nvPr/>
        </p:nvSpPr>
        <p:spPr>
          <a:xfrm>
            <a:off x="340242" y="4914474"/>
            <a:ext cx="1375434" cy="807595"/>
          </a:xfrm>
          <a:prstGeom prst="rect">
            <a:avLst/>
          </a:prstGeom>
          <a:ln>
            <a:solidFill>
              <a:schemeClr val="tx1"/>
            </a:solidFill>
            <a:prstDash val="lgDashDot"/>
          </a:ln>
        </p:spPr>
        <p:txBody>
          <a:bodyPr wrap="none" lIns="0" tIns="0" rIns="0" bIns="0" rtlCol="0" anchor="t">
            <a:normAutofit lnSpcReduction="10000"/>
          </a:bodyPr>
          <a:lstStyle/>
          <a:p>
            <a:r>
              <a:rPr lang="en-IN" sz="1400" dirty="0"/>
              <a:t>Campaign Period</a:t>
            </a:r>
          </a:p>
          <a:p>
            <a:r>
              <a:rPr lang="en-IN" sz="1400" dirty="0"/>
              <a:t>Feature to be </a:t>
            </a:r>
          </a:p>
          <a:p>
            <a:r>
              <a:rPr lang="en-IN" sz="1400" dirty="0"/>
              <a:t>used for uplift </a:t>
            </a:r>
          </a:p>
          <a:p>
            <a:r>
              <a:rPr lang="en-IN" sz="1400" dirty="0"/>
              <a:t>calculation</a:t>
            </a:r>
          </a:p>
        </p:txBody>
      </p:sp>
      <p:sp>
        <p:nvSpPr>
          <p:cNvPr id="30" name="TextBox 29">
            <a:extLst>
              <a:ext uri="{FF2B5EF4-FFF2-40B4-BE49-F238E27FC236}">
                <a16:creationId xmlns:a16="http://schemas.microsoft.com/office/drawing/2014/main" id="{399DEF53-9BB9-49BF-954E-5D54834E2786}"/>
              </a:ext>
            </a:extLst>
          </p:cNvPr>
          <p:cNvSpPr txBox="1"/>
          <p:nvPr/>
        </p:nvSpPr>
        <p:spPr>
          <a:xfrm>
            <a:off x="6433438" y="4859775"/>
            <a:ext cx="5050639" cy="1885154"/>
          </a:xfrm>
          <a:prstGeom prst="rect">
            <a:avLst/>
          </a:prstGeom>
          <a:ln>
            <a:solidFill>
              <a:schemeClr val="tx1"/>
            </a:solidFill>
          </a:ln>
        </p:spPr>
        <p:txBody>
          <a:bodyPr wrap="square" lIns="0" tIns="0" rIns="0" bIns="0" rtlCol="0" anchor="t">
            <a:normAutofit lnSpcReduction="10000"/>
          </a:bodyPr>
          <a:lstStyle/>
          <a:p>
            <a:pPr algn="l"/>
            <a:r>
              <a:rPr lang="en-IN" b="0" dirty="0"/>
              <a:t>This module calculates Pearson correlation coefficient between each pre period feature given with the campaign period feature for the unexposed eligible customers. The variable with the highest correlation is the pre period chosen to check match and calculate uplift. This step is preferred unless the pre period is pre decided.</a:t>
            </a:r>
          </a:p>
        </p:txBody>
      </p:sp>
      <p:sp>
        <p:nvSpPr>
          <p:cNvPr id="31" name="TextBox 30">
            <a:extLst>
              <a:ext uri="{FF2B5EF4-FFF2-40B4-BE49-F238E27FC236}">
                <a16:creationId xmlns:a16="http://schemas.microsoft.com/office/drawing/2014/main" id="{E43B317F-B24F-405C-8F70-1C9069FB8EFA}"/>
              </a:ext>
            </a:extLst>
          </p:cNvPr>
          <p:cNvSpPr txBox="1"/>
          <p:nvPr/>
        </p:nvSpPr>
        <p:spPr>
          <a:xfrm>
            <a:off x="10005064" y="3767185"/>
            <a:ext cx="1262314" cy="506692"/>
          </a:xfrm>
          <a:prstGeom prst="rect">
            <a:avLst/>
          </a:prstGeom>
          <a:ln>
            <a:solidFill>
              <a:schemeClr val="tx1"/>
            </a:solidFill>
            <a:prstDash val="lgDashDot"/>
          </a:ln>
        </p:spPr>
        <p:txBody>
          <a:bodyPr wrap="none" lIns="0" tIns="0" rIns="0" bIns="0" rtlCol="0" anchor="t">
            <a:normAutofit/>
          </a:bodyPr>
          <a:lstStyle/>
          <a:p>
            <a:r>
              <a:rPr lang="en-IN" sz="1400" dirty="0"/>
              <a:t>Best Pre Period</a:t>
            </a:r>
          </a:p>
          <a:p>
            <a:r>
              <a:rPr lang="en-IN" sz="1400" dirty="0"/>
              <a:t>identified</a:t>
            </a:r>
          </a:p>
        </p:txBody>
      </p:sp>
      <p:graphicFrame>
        <p:nvGraphicFramePr>
          <p:cNvPr id="32" name="Table 31">
            <a:extLst>
              <a:ext uri="{FF2B5EF4-FFF2-40B4-BE49-F238E27FC236}">
                <a16:creationId xmlns:a16="http://schemas.microsoft.com/office/drawing/2014/main" id="{66E1FE33-65EC-44FB-A2CA-E09F3F26F1E5}"/>
              </a:ext>
            </a:extLst>
          </p:cNvPr>
          <p:cNvGraphicFramePr>
            <a:graphicFrameLocks noGrp="1"/>
          </p:cNvGraphicFramePr>
          <p:nvPr>
            <p:extLst>
              <p:ext uri="{D42A27DB-BD31-4B8C-83A1-F6EECF244321}">
                <p14:modId xmlns:p14="http://schemas.microsoft.com/office/powerpoint/2010/main" val="3036611517"/>
              </p:ext>
            </p:extLst>
          </p:nvPr>
        </p:nvGraphicFramePr>
        <p:xfrm>
          <a:off x="8073342" y="2021151"/>
          <a:ext cx="3212512" cy="1632636"/>
        </p:xfrm>
        <a:graphic>
          <a:graphicData uri="http://schemas.openxmlformats.org/drawingml/2006/table">
            <a:tbl>
              <a:tblPr/>
              <a:tblGrid>
                <a:gridCol w="1218539">
                  <a:extLst>
                    <a:ext uri="{9D8B030D-6E8A-4147-A177-3AD203B41FA5}">
                      <a16:colId xmlns:a16="http://schemas.microsoft.com/office/drawing/2014/main" val="259189847"/>
                    </a:ext>
                  </a:extLst>
                </a:gridCol>
                <a:gridCol w="1993973">
                  <a:extLst>
                    <a:ext uri="{9D8B030D-6E8A-4147-A177-3AD203B41FA5}">
                      <a16:colId xmlns:a16="http://schemas.microsoft.com/office/drawing/2014/main" val="3916591711"/>
                    </a:ext>
                  </a:extLst>
                </a:gridCol>
              </a:tblGrid>
              <a:tr h="547304">
                <a:tc>
                  <a:txBody>
                    <a:bodyPr/>
                    <a:lstStyle/>
                    <a:p>
                      <a:pPr algn="ctr" fontAlgn="ctr"/>
                      <a:r>
                        <a:rPr lang="en-US" sz="1100" b="0" i="0" u="none" strike="noStrike">
                          <a:solidFill>
                            <a:srgbClr val="FFFFFF"/>
                          </a:solidFill>
                          <a:effectLst/>
                          <a:latin typeface="Calibri" panose="020F0502020204030204" pitchFamily="34" charset="0"/>
                        </a:rPr>
                        <a:t>Pre Period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1100" b="0" i="0" u="none" strike="noStrike" dirty="0">
                          <a:solidFill>
                            <a:srgbClr val="FFFFFF"/>
                          </a:solidFill>
                          <a:effectLst/>
                          <a:latin typeface="Calibri" panose="020F0502020204030204" pitchFamily="34" charset="0"/>
                        </a:rPr>
                        <a:t>Correlation with Campaign Sales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D0D0D"/>
                    </a:solidFill>
                  </a:tcPr>
                </a:tc>
                <a:extLst>
                  <a:ext uri="{0D108BD9-81ED-4DB2-BD59-A6C34878D82A}">
                    <a16:rowId xmlns:a16="http://schemas.microsoft.com/office/drawing/2014/main" val="3823795141"/>
                  </a:ext>
                </a:extLst>
              </a:tr>
              <a:tr h="269014">
                <a:tc>
                  <a:txBody>
                    <a:bodyPr/>
                    <a:lstStyle/>
                    <a:p>
                      <a:pPr algn="ctr" fontAlgn="ctr"/>
                      <a:r>
                        <a:rPr lang="en-US" sz="1100" b="0" i="0" u="none" strike="noStrike" dirty="0">
                          <a:solidFill>
                            <a:srgbClr val="000000"/>
                          </a:solidFill>
                          <a:effectLst/>
                          <a:latin typeface="Calibri" panose="020F0502020204030204" pitchFamily="34" charset="0"/>
                        </a:rPr>
                        <a:t>Pre Sales 1</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0.3857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1489439"/>
                  </a:ext>
                </a:extLst>
              </a:tr>
              <a:tr h="269014">
                <a:tc>
                  <a:txBody>
                    <a:bodyPr/>
                    <a:lstStyle/>
                    <a:p>
                      <a:pPr algn="ctr" fontAlgn="ctr"/>
                      <a:r>
                        <a:rPr lang="en-US" sz="1100" b="0" i="0" u="none" strike="noStrike" dirty="0">
                          <a:solidFill>
                            <a:srgbClr val="000000"/>
                          </a:solidFill>
                          <a:effectLst/>
                          <a:latin typeface="Calibri" panose="020F0502020204030204" pitchFamily="34" charset="0"/>
                        </a:rPr>
                        <a:t>Pre Sales 2</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0.4299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04971077"/>
                  </a:ext>
                </a:extLst>
              </a:tr>
              <a:tr h="269014">
                <a:tc>
                  <a:txBody>
                    <a:bodyPr/>
                    <a:lstStyle/>
                    <a:p>
                      <a:pPr algn="ctr" fontAlgn="ctr"/>
                      <a:r>
                        <a:rPr lang="en-US" sz="1100" b="0" i="0" u="none" strike="noStrike" dirty="0">
                          <a:solidFill>
                            <a:srgbClr val="000000"/>
                          </a:solidFill>
                          <a:effectLst/>
                          <a:latin typeface="Calibri" panose="020F0502020204030204" pitchFamily="34" charset="0"/>
                        </a:rPr>
                        <a:t>Pre Sales 3</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0.4779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9376308"/>
                  </a:ext>
                </a:extLst>
              </a:tr>
              <a:tr h="278290">
                <a:tc>
                  <a:txBody>
                    <a:bodyPr/>
                    <a:lstStyle/>
                    <a:p>
                      <a:pPr algn="ctr" fontAlgn="ctr"/>
                      <a:r>
                        <a:rPr lang="en-US" sz="1100" b="0" i="0" u="none" strike="noStrike" dirty="0">
                          <a:solidFill>
                            <a:srgbClr val="000000"/>
                          </a:solidFill>
                          <a:effectLst/>
                          <a:latin typeface="Calibri" panose="020F0502020204030204" pitchFamily="34" charset="0"/>
                        </a:rPr>
                        <a:t>Pre Sales 4</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0.4532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660090"/>
                  </a:ext>
                </a:extLst>
              </a:tr>
            </a:tbl>
          </a:graphicData>
        </a:graphic>
      </p:graphicFrame>
    </p:spTree>
    <p:extLst>
      <p:ext uri="{BB962C8B-B14F-4D97-AF65-F5344CB8AC3E}">
        <p14:creationId xmlns:p14="http://schemas.microsoft.com/office/powerpoint/2010/main" val="320985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DA1A2E9-63FE-408D-A803-8E306ECAB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9" y="450222"/>
            <a:ext cx="3902420" cy="4235636"/>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D68191B5-E6E5-43EB-AA10-B0CB71855EDC}"/>
              </a:ext>
            </a:extLst>
          </p:cNvPr>
          <p:cNvSpPr>
            <a:spLocks noGrp="1"/>
          </p:cNvSpPr>
          <p:nvPr>
            <p:ph type="title"/>
          </p:nvPr>
        </p:nvSpPr>
        <p:spPr>
          <a:xfrm>
            <a:off x="734664" y="930530"/>
            <a:ext cx="3361677" cy="3275019"/>
          </a:xfrm>
        </p:spPr>
        <p:txBody>
          <a:bodyPr vert="horz" lIns="91440" tIns="45720" rIns="91440" bIns="45720" rtlCol="0" anchor="ctr">
            <a:normAutofit/>
          </a:bodyPr>
          <a:lstStyle/>
          <a:p>
            <a:pPr>
              <a:lnSpc>
                <a:spcPct val="90000"/>
              </a:lnSpc>
            </a:pPr>
            <a:r>
              <a:rPr lang="en-US" sz="5000">
                <a:solidFill>
                  <a:srgbClr val="FFFFFF"/>
                </a:solidFill>
                <a:latin typeface="+mj-lt"/>
                <a:cs typeface="+mj-cs"/>
              </a:rPr>
              <a:t>Outlier effect </a:t>
            </a:r>
          </a:p>
        </p:txBody>
      </p:sp>
      <p:sp>
        <p:nvSpPr>
          <p:cNvPr id="19" name="Rectangle 18">
            <a:extLst>
              <a:ext uri="{FF2B5EF4-FFF2-40B4-BE49-F238E27FC236}">
                <a16:creationId xmlns:a16="http://schemas.microsoft.com/office/drawing/2014/main" id="{FBE9F90C-C163-435B-9A68-D15C92D1CF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8" y="4843002"/>
            <a:ext cx="2391411" cy="1564776"/>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1" name="Rectangle 20">
            <a:extLst>
              <a:ext uri="{FF2B5EF4-FFF2-40B4-BE49-F238E27FC236}">
                <a16:creationId xmlns:a16="http://schemas.microsoft.com/office/drawing/2014/main" id="{1A882A9F-F4E9-4E23-8F0B-20B5DF42E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3417" y="4843002"/>
            <a:ext cx="1351062" cy="1568472"/>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B1B1B"/>
              </a:solidFill>
            </a:endParaRPr>
          </a:p>
        </p:txBody>
      </p:sp>
      <p:pic>
        <p:nvPicPr>
          <p:cNvPr id="11" name="Picture 10">
            <a:extLst>
              <a:ext uri="{FF2B5EF4-FFF2-40B4-BE49-F238E27FC236}">
                <a16:creationId xmlns:a16="http://schemas.microsoft.com/office/drawing/2014/main" id="{12ED04A2-A7AE-4A38-A832-71FC8C8EF3F8}"/>
              </a:ext>
            </a:extLst>
          </p:cNvPr>
          <p:cNvPicPr>
            <a:picLocks noChangeAspect="1"/>
          </p:cNvPicPr>
          <p:nvPr/>
        </p:nvPicPr>
        <p:blipFill rotWithShape="1">
          <a:blip r:embed="rId2"/>
          <a:srcRect r="238" b="-1"/>
          <a:stretch/>
        </p:blipFill>
        <p:spPr>
          <a:xfrm>
            <a:off x="4517401" y="450221"/>
            <a:ext cx="7203993" cy="5957557"/>
          </a:xfrm>
          <a:prstGeom prst="rect">
            <a:avLst/>
          </a:prstGeom>
        </p:spPr>
      </p:pic>
      <p:sp>
        <p:nvSpPr>
          <p:cNvPr id="3" name="Text Placeholder 2">
            <a:extLst>
              <a:ext uri="{FF2B5EF4-FFF2-40B4-BE49-F238E27FC236}">
                <a16:creationId xmlns:a16="http://schemas.microsoft.com/office/drawing/2014/main" id="{653012BF-F6FD-43C1-9CFC-5E7C18B5D079}"/>
              </a:ext>
            </a:extLst>
          </p:cNvPr>
          <p:cNvSpPr>
            <a:spLocks noGrp="1"/>
          </p:cNvSpPr>
          <p:nvPr>
            <p:ph type="body" sz="quarter" idx="15"/>
          </p:nvPr>
        </p:nvSpPr>
        <p:spPr/>
        <p:txBody>
          <a:bodyPr/>
          <a:lstStyle/>
          <a:p>
            <a:r>
              <a:rPr lang="en-IN" dirty="0"/>
              <a:t> </a:t>
            </a:r>
          </a:p>
          <a:p>
            <a:r>
              <a:rPr lang="en-US" dirty="0"/>
              <a:t> </a:t>
            </a:r>
          </a:p>
        </p:txBody>
      </p:sp>
      <p:sp>
        <p:nvSpPr>
          <p:cNvPr id="6" name="TextBox 5">
            <a:extLst>
              <a:ext uri="{FF2B5EF4-FFF2-40B4-BE49-F238E27FC236}">
                <a16:creationId xmlns:a16="http://schemas.microsoft.com/office/drawing/2014/main" id="{DF023CBA-7C8E-4009-AD39-A13EC5C3EEF4}"/>
              </a:ext>
            </a:extLst>
          </p:cNvPr>
          <p:cNvSpPr txBox="1"/>
          <p:nvPr/>
        </p:nvSpPr>
        <p:spPr>
          <a:xfrm>
            <a:off x="647699" y="5038725"/>
            <a:ext cx="2269067" cy="1233470"/>
          </a:xfrm>
          <a:prstGeom prst="rect">
            <a:avLst/>
          </a:prstGeom>
          <a:noFill/>
        </p:spPr>
        <p:txBody>
          <a:bodyPr wrap="square" rtlCol="0">
            <a:spAutoFit/>
          </a:bodyPr>
          <a:lstStyle/>
          <a:p>
            <a:r>
              <a:rPr lang="en-IN" b="1" dirty="0"/>
              <a:t>Presence of outliers can significantly impact the regression line </a:t>
            </a:r>
            <a:endParaRPr lang="en-US" b="1" dirty="0"/>
          </a:p>
        </p:txBody>
      </p:sp>
    </p:spTree>
    <p:extLst>
      <p:ext uri="{BB962C8B-B14F-4D97-AF65-F5344CB8AC3E}">
        <p14:creationId xmlns:p14="http://schemas.microsoft.com/office/powerpoint/2010/main" val="2412785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CABF6E6-1261-40A9-BC55-A0C662C81E9A}"/>
              </a:ext>
            </a:extLst>
          </p:cNvPr>
          <p:cNvSpPr>
            <a:spLocks noGrp="1"/>
          </p:cNvSpPr>
          <p:nvPr>
            <p:ph type="body" sz="quarter" idx="15"/>
          </p:nvPr>
        </p:nvSpPr>
        <p:spPr/>
        <p:txBody>
          <a:bodyPr/>
          <a:lstStyle/>
          <a:p>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US" dirty="0"/>
          </a:p>
        </p:txBody>
      </p:sp>
      <p:sp>
        <p:nvSpPr>
          <p:cNvPr id="6" name="TextBox 5">
            <a:extLst>
              <a:ext uri="{FF2B5EF4-FFF2-40B4-BE49-F238E27FC236}">
                <a16:creationId xmlns:a16="http://schemas.microsoft.com/office/drawing/2014/main" id="{3E59988B-434C-4D77-8A69-81BBC99C17DA}"/>
              </a:ext>
            </a:extLst>
          </p:cNvPr>
          <p:cNvSpPr txBox="1"/>
          <p:nvPr/>
        </p:nvSpPr>
        <p:spPr>
          <a:xfrm>
            <a:off x="386844" y="1152939"/>
            <a:ext cx="3141547" cy="3906078"/>
          </a:xfrm>
          <a:prstGeom prst="rect">
            <a:avLst/>
          </a:prstGeom>
        </p:spPr>
        <p:txBody>
          <a:bodyPr wrap="square" lIns="0" tIns="0" rIns="0" bIns="0" rtlCol="0" anchor="t">
            <a:normAutofit/>
          </a:bodyPr>
          <a:lstStyle/>
          <a:p>
            <a:pPr algn="l"/>
            <a:endParaRPr lang="en-US" sz="2000" b="0" dirty="0"/>
          </a:p>
        </p:txBody>
      </p:sp>
      <p:sp>
        <p:nvSpPr>
          <p:cNvPr id="7" name="Rectangle 6">
            <a:extLst>
              <a:ext uri="{FF2B5EF4-FFF2-40B4-BE49-F238E27FC236}">
                <a16:creationId xmlns:a16="http://schemas.microsoft.com/office/drawing/2014/main" id="{E9552E84-85CE-4540-AC04-DA2AC28FC841}"/>
              </a:ext>
            </a:extLst>
          </p:cNvPr>
          <p:cNvSpPr/>
          <p:nvPr/>
        </p:nvSpPr>
        <p:spPr>
          <a:xfrm>
            <a:off x="344578" y="2037681"/>
            <a:ext cx="5903332" cy="4093428"/>
          </a:xfrm>
          <a:prstGeom prst="rect">
            <a:avLst/>
          </a:prstGeom>
        </p:spPr>
        <p:txBody>
          <a:bodyPr wrap="square">
            <a:spAutoFit/>
          </a:bodyPr>
          <a:lstStyle/>
          <a:p>
            <a:pPr marL="285750" indent="-285750">
              <a:buFont typeface="Arial" panose="020B0604020202020204" pitchFamily="34" charset="0"/>
              <a:buChar char="•"/>
            </a:pPr>
            <a:r>
              <a:rPr lang="en-IN" sz="2000" dirty="0"/>
              <a:t>This step removes the outlier customers, that may impact the final results severely, if included</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The outliers are removed for both test and control customers, based on pre period and post period variables </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We do log transformation of data (on the variable, for which outliers  are detected ) to make skewed data normally distributed. </a:t>
            </a:r>
            <a:br>
              <a:rPr lang="en-IN" sz="2000" dirty="0"/>
            </a:br>
            <a:endParaRPr lang="en-IN" sz="2000" dirty="0"/>
          </a:p>
          <a:p>
            <a:pPr marL="285750" indent="-285750">
              <a:buFont typeface="Arial" panose="020B0604020202020204" pitchFamily="34" charset="0"/>
              <a:buChar char="•"/>
            </a:pPr>
            <a:r>
              <a:rPr lang="en-IN" sz="2000" dirty="0"/>
              <a:t>Remove outliers which are beyond 3-sigma limits.</a:t>
            </a:r>
          </a:p>
          <a:p>
            <a:pPr marL="285750" indent="-285750">
              <a:buFont typeface="Arial" panose="020B0604020202020204" pitchFamily="34" charset="0"/>
              <a:buChar char="•"/>
            </a:pPr>
            <a:endParaRPr lang="en-IN" sz="2000" dirty="0"/>
          </a:p>
        </p:txBody>
      </p:sp>
      <p:sp>
        <p:nvSpPr>
          <p:cNvPr id="11" name="TextBox 10">
            <a:extLst>
              <a:ext uri="{FF2B5EF4-FFF2-40B4-BE49-F238E27FC236}">
                <a16:creationId xmlns:a16="http://schemas.microsoft.com/office/drawing/2014/main" id="{9B09F755-599D-4685-97EF-3D67F0E8D06A}"/>
              </a:ext>
            </a:extLst>
          </p:cNvPr>
          <p:cNvSpPr txBox="1"/>
          <p:nvPr/>
        </p:nvSpPr>
        <p:spPr>
          <a:xfrm>
            <a:off x="6997595" y="4339755"/>
            <a:ext cx="785191" cy="384147"/>
          </a:xfrm>
          <a:prstGeom prst="rect">
            <a:avLst/>
          </a:prstGeom>
        </p:spPr>
        <p:txBody>
          <a:bodyPr wrap="square" lIns="0" tIns="0" rIns="0" bIns="0" rtlCol="0" anchor="t">
            <a:normAutofit/>
          </a:bodyPr>
          <a:lstStyle/>
          <a:p>
            <a:pPr algn="l"/>
            <a:endParaRPr lang="en-US" sz="1050" b="0" dirty="0"/>
          </a:p>
        </p:txBody>
      </p:sp>
      <p:graphicFrame>
        <p:nvGraphicFramePr>
          <p:cNvPr id="24" name="Diagram 23">
            <a:extLst>
              <a:ext uri="{FF2B5EF4-FFF2-40B4-BE49-F238E27FC236}">
                <a16:creationId xmlns:a16="http://schemas.microsoft.com/office/drawing/2014/main" id="{B5081510-1189-4853-8D0B-ACEFAD98F255}"/>
              </a:ext>
            </a:extLst>
          </p:cNvPr>
          <p:cNvGraphicFramePr/>
          <p:nvPr>
            <p:extLst>
              <p:ext uri="{D42A27DB-BD31-4B8C-83A1-F6EECF244321}">
                <p14:modId xmlns:p14="http://schemas.microsoft.com/office/powerpoint/2010/main" val="3503217751"/>
              </p:ext>
            </p:extLst>
          </p:nvPr>
        </p:nvGraphicFramePr>
        <p:xfrm>
          <a:off x="273942" y="-547992"/>
          <a:ext cx="11430668" cy="29199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0" name="Group 9">
            <a:extLst>
              <a:ext uri="{FF2B5EF4-FFF2-40B4-BE49-F238E27FC236}">
                <a16:creationId xmlns:a16="http://schemas.microsoft.com/office/drawing/2014/main" id="{374AD404-18FC-4E85-9768-E3E775CCAEC8}"/>
              </a:ext>
            </a:extLst>
          </p:cNvPr>
          <p:cNvGrpSpPr/>
          <p:nvPr/>
        </p:nvGrpSpPr>
        <p:grpSpPr>
          <a:xfrm>
            <a:off x="6433424" y="2081751"/>
            <a:ext cx="5484634" cy="2977266"/>
            <a:chOff x="6589626" y="1484042"/>
            <a:chExt cx="5484634" cy="2808367"/>
          </a:xfrm>
        </p:grpSpPr>
        <p:pic>
          <p:nvPicPr>
            <p:cNvPr id="4" name="Picture 3">
              <a:extLst>
                <a:ext uri="{FF2B5EF4-FFF2-40B4-BE49-F238E27FC236}">
                  <a16:creationId xmlns:a16="http://schemas.microsoft.com/office/drawing/2014/main" id="{004686EC-3C7C-467A-894B-97D2FBBCD1F5}"/>
                </a:ext>
              </a:extLst>
            </p:cNvPr>
            <p:cNvPicPr>
              <a:picLocks noChangeAspect="1"/>
            </p:cNvPicPr>
            <p:nvPr/>
          </p:nvPicPr>
          <p:blipFill rotWithShape="1">
            <a:blip r:embed="rId7"/>
            <a:srcRect l="520" t="2588" r="47064" b="56631"/>
            <a:stretch/>
          </p:blipFill>
          <p:spPr>
            <a:xfrm>
              <a:off x="6589626" y="1484042"/>
              <a:ext cx="5484634" cy="2400300"/>
            </a:xfrm>
            <a:prstGeom prst="rect">
              <a:avLst/>
            </a:prstGeom>
          </p:spPr>
        </p:pic>
        <p:sp>
          <p:nvSpPr>
            <p:cNvPr id="13" name="Rectangle 12">
              <a:extLst>
                <a:ext uri="{FF2B5EF4-FFF2-40B4-BE49-F238E27FC236}">
                  <a16:creationId xmlns:a16="http://schemas.microsoft.com/office/drawing/2014/main" id="{9BB968BA-2651-43C1-B9B9-4619E16E52A0}"/>
                </a:ext>
              </a:extLst>
            </p:cNvPr>
            <p:cNvSpPr/>
            <p:nvPr/>
          </p:nvSpPr>
          <p:spPr>
            <a:xfrm>
              <a:off x="10315018" y="3920286"/>
              <a:ext cx="987412" cy="37212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IN" sz="1400" dirty="0">
                  <a:solidFill>
                    <a:schemeClr val="tx1"/>
                  </a:solidFill>
                  <a:latin typeface="Calibri" panose="020F0502020204030204" pitchFamily="34" charset="0"/>
                  <a:cs typeface="Calibri" panose="020F0502020204030204" pitchFamily="34" charset="0"/>
                </a:rPr>
                <a:t>Suspected outlier</a:t>
              </a:r>
              <a:endParaRPr lang="en-US" sz="1400" dirty="0">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C07B363E-EE57-4A4E-849E-271F69BE2773}"/>
                </a:ext>
              </a:extLst>
            </p:cNvPr>
            <p:cNvSpPr/>
            <p:nvPr/>
          </p:nvSpPr>
          <p:spPr>
            <a:xfrm>
              <a:off x="8750914" y="3907034"/>
              <a:ext cx="716319" cy="37212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400" b="1" dirty="0">
                  <a:solidFill>
                    <a:schemeClr val="tx1"/>
                  </a:solidFill>
                  <a:latin typeface="Calibri" panose="020F0502020204030204" pitchFamily="34" charset="0"/>
                  <a:cs typeface="Calibri" panose="020F0502020204030204" pitchFamily="34" charset="0"/>
                </a:rPr>
                <a:t>mean</a:t>
              </a:r>
              <a:endParaRPr lang="en-US" sz="1000" b="1" dirty="0">
                <a:solidFill>
                  <a:schemeClr val="tx1"/>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F352844-3AAB-4EDD-9593-EBDF2BD652C1}"/>
                    </a:ext>
                  </a:extLst>
                </p:cNvPr>
                <p:cNvSpPr txBox="1"/>
                <p:nvPr/>
              </p:nvSpPr>
              <p:spPr>
                <a:xfrm>
                  <a:off x="7354894" y="3620889"/>
                  <a:ext cx="392595" cy="238539"/>
                </a:xfrm>
                <a:prstGeom prst="rect">
                  <a:avLst/>
                </a:prstGeom>
              </p:spPr>
              <p:txBody>
                <a:bodyPr wrap="square" lIns="0" tIns="0" rIns="0" bIns="0" rtlCol="0" anchor="t">
                  <a:noAutofit/>
                </a:bodyPr>
                <a:lstStyle/>
                <a:p>
                  <a:pPr algn="l"/>
                  <a:r>
                    <a:rPr lang="en-IN" sz="1600" b="0" dirty="0"/>
                    <a:t>3</a:t>
                  </a:r>
                  <a14:m>
                    <m:oMath xmlns:m="http://schemas.openxmlformats.org/officeDocument/2006/math">
                      <m:r>
                        <a:rPr lang="en-IN" sz="1600" b="0" i="1" smtClean="0">
                          <a:latin typeface="Cambria Math" panose="02040503050406030204" pitchFamily="18" charset="0"/>
                          <a:ea typeface="Cambria Math" panose="02040503050406030204" pitchFamily="18" charset="0"/>
                        </a:rPr>
                        <m:t>𝜎</m:t>
                      </m:r>
                    </m:oMath>
                  </a14:m>
                  <a:endParaRPr lang="en-US" sz="1600" b="0" dirty="0"/>
                </a:p>
              </p:txBody>
            </p:sp>
          </mc:Choice>
          <mc:Fallback xmlns="">
            <p:sp>
              <p:nvSpPr>
                <p:cNvPr id="19" name="TextBox 18">
                  <a:extLst>
                    <a:ext uri="{FF2B5EF4-FFF2-40B4-BE49-F238E27FC236}">
                      <a16:creationId xmlns:a16="http://schemas.microsoft.com/office/drawing/2014/main" id="{8F352844-3AAB-4EDD-9593-EBDF2BD652C1}"/>
                    </a:ext>
                  </a:extLst>
                </p:cNvPr>
                <p:cNvSpPr txBox="1">
                  <a:spLocks noRot="1" noChangeAspect="1" noMove="1" noResize="1" noEditPoints="1" noAdjustHandles="1" noChangeArrowheads="1" noChangeShapeType="1" noTextEdit="1"/>
                </p:cNvSpPr>
                <p:nvPr/>
              </p:nvSpPr>
              <p:spPr>
                <a:xfrm>
                  <a:off x="7354894" y="3620889"/>
                  <a:ext cx="392595" cy="238539"/>
                </a:xfrm>
                <a:prstGeom prst="rect">
                  <a:avLst/>
                </a:prstGeom>
                <a:blipFill>
                  <a:blip r:embed="rId10"/>
                  <a:stretch>
                    <a:fillRect l="-32813" t="-23810" b="-45238"/>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C605CFCB-01D9-46C8-B10A-89182833F672}"/>
                </a:ext>
              </a:extLst>
            </p:cNvPr>
            <p:cNvCxnSpPr>
              <a:cxnSpLocks/>
            </p:cNvCxnSpPr>
            <p:nvPr/>
          </p:nvCxnSpPr>
          <p:spPr>
            <a:xfrm flipH="1" flipV="1">
              <a:off x="7206695" y="3620889"/>
              <a:ext cx="183496" cy="3721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794B7EA7-B987-421B-B69D-7A98918B4916}"/>
                </a:ext>
              </a:extLst>
            </p:cNvPr>
            <p:cNvSpPr/>
            <p:nvPr/>
          </p:nvSpPr>
          <p:spPr>
            <a:xfrm>
              <a:off x="6886098" y="3897761"/>
              <a:ext cx="987412" cy="39309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IN" sz="1400" dirty="0">
                  <a:solidFill>
                    <a:schemeClr val="tx1"/>
                  </a:solidFill>
                  <a:latin typeface="Calibri" panose="020F0502020204030204" pitchFamily="34" charset="0"/>
                  <a:cs typeface="Calibri" panose="020F0502020204030204" pitchFamily="34" charset="0"/>
                </a:rPr>
                <a:t>Suspected outlier</a:t>
              </a:r>
              <a:endParaRPr lang="en-US" sz="1400" dirty="0">
                <a:solidFill>
                  <a:schemeClr val="tx1"/>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995649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3">
            <a:extLst>
              <a:ext uri="{FF2B5EF4-FFF2-40B4-BE49-F238E27FC236}">
                <a16:creationId xmlns:a16="http://schemas.microsoft.com/office/drawing/2014/main" id="{785F376E-332A-4CA3-B8E5-282EBD5F09E4}"/>
              </a:ext>
            </a:extLst>
          </p:cNvPr>
          <p:cNvSpPr>
            <a:spLocks noGrp="1"/>
          </p:cNvSpPr>
          <p:nvPr>
            <p:ph type="title"/>
          </p:nvPr>
        </p:nvSpPr>
        <p:spPr>
          <a:xfrm>
            <a:off x="3045368" y="2043663"/>
            <a:ext cx="6105194" cy="2031055"/>
          </a:xfrm>
        </p:spPr>
        <p:txBody>
          <a:bodyPr vert="horz" lIns="91440" tIns="45720" rIns="91440" bIns="45720" rtlCol="0" anchor="b">
            <a:normAutofit/>
          </a:bodyPr>
          <a:lstStyle/>
          <a:p>
            <a:pPr algn="ctr"/>
            <a:r>
              <a:rPr lang="en-US" sz="5100" kern="1200">
                <a:solidFill>
                  <a:srgbClr val="FFFFFF"/>
                </a:solidFill>
                <a:latin typeface="+mj-lt"/>
                <a:ea typeface="+mj-ea"/>
                <a:cs typeface="+mj-cs"/>
              </a:rPr>
              <a:t>Clustering for Retrospective Module</a:t>
            </a:r>
          </a:p>
        </p:txBody>
      </p:sp>
      <p:sp>
        <p:nvSpPr>
          <p:cNvPr id="5" name="Text Placeholder 4">
            <a:extLst>
              <a:ext uri="{FF2B5EF4-FFF2-40B4-BE49-F238E27FC236}">
                <a16:creationId xmlns:a16="http://schemas.microsoft.com/office/drawing/2014/main" id="{DE1D46D5-57B5-4F51-94BA-8B73D7091631}"/>
              </a:ext>
            </a:extLst>
          </p:cNvPr>
          <p:cNvSpPr>
            <a:spLocks noGrp="1"/>
          </p:cNvSpPr>
          <p:nvPr>
            <p:ph type="body" idx="1"/>
          </p:nvPr>
        </p:nvSpPr>
        <p:spPr>
          <a:xfrm>
            <a:off x="1307386" y="3059190"/>
            <a:ext cx="6105194" cy="682079"/>
          </a:xfrm>
        </p:spPr>
        <p:txBody>
          <a:bodyPr vert="horz" lIns="91440" tIns="45720" rIns="91440" bIns="45720" rtlCol="0">
            <a:normAutofit/>
          </a:bodyPr>
          <a:lstStyle/>
          <a:p>
            <a:pPr algn="ctr"/>
            <a:endParaRPr lang="en-US" sz="2400" kern="1200" dirty="0">
              <a:solidFill>
                <a:srgbClr val="FFFFFF"/>
              </a:solidFill>
              <a:latin typeface="+mn-lt"/>
              <a:ea typeface="+mn-ea"/>
              <a:cs typeface="+mn-cs"/>
            </a:endParaRPr>
          </a:p>
        </p:txBody>
      </p:sp>
      <p:sp useBgFill="1">
        <p:nvSpPr>
          <p:cNvPr id="8" name="Rectangle 7">
            <a:extLst>
              <a:ext uri="{FF2B5EF4-FFF2-40B4-BE49-F238E27FC236}">
                <a16:creationId xmlns:a16="http://schemas.microsoft.com/office/drawing/2014/main" id="{8D15BBDE-36B7-48ED-AD0B-71A16AAF9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955959B9-CEEF-45CD-A806-F66DF8B45783}"/>
              </a:ext>
            </a:extLst>
          </p:cNvPr>
          <p:cNvSpPr txBox="1">
            <a:spLocks/>
          </p:cNvSpPr>
          <p:nvPr/>
        </p:nvSpPr>
        <p:spPr>
          <a:xfrm>
            <a:off x="472440" y="640823"/>
            <a:ext cx="4012828" cy="55831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5400" b="1" dirty="0">
                <a:solidFill>
                  <a:schemeClr val="accent1"/>
                </a:solidFill>
              </a:rPr>
              <a:t>Control selection</a:t>
            </a:r>
            <a:r>
              <a:rPr lang="en-IN" sz="5400" dirty="0"/>
              <a:t> : </a:t>
            </a:r>
            <a:r>
              <a:rPr lang="en-IN" sz="4000" i="1" dirty="0"/>
              <a:t>Retrospective Module</a:t>
            </a:r>
            <a:endParaRPr lang="en-US" sz="5400" i="1" dirty="0"/>
          </a:p>
        </p:txBody>
      </p:sp>
      <p:sp>
        <p:nvSpPr>
          <p:cNvPr id="11" name="sketch line">
            <a:extLst>
              <a:ext uri="{FF2B5EF4-FFF2-40B4-BE49-F238E27FC236}">
                <a16:creationId xmlns:a16="http://schemas.microsoft.com/office/drawing/2014/main" id="{11D344E0-3A43-442D-B4A2-67AEE391A4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ext Placeholder 2">
            <a:extLst>
              <a:ext uri="{FF2B5EF4-FFF2-40B4-BE49-F238E27FC236}">
                <a16:creationId xmlns:a16="http://schemas.microsoft.com/office/drawing/2014/main" id="{FC79EF13-E4FE-4AC4-B05D-9585194FE776}"/>
              </a:ext>
            </a:extLst>
          </p:cNvPr>
          <p:cNvGraphicFramePr/>
          <p:nvPr>
            <p:extLst>
              <p:ext uri="{D42A27DB-BD31-4B8C-83A1-F6EECF244321}">
                <p14:modId xmlns:p14="http://schemas.microsoft.com/office/powerpoint/2010/main" val="1358701348"/>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65771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50B9DBD-5DDF-4821-BDA2-75D408CA1B30}"/>
              </a:ext>
            </a:extLst>
          </p:cNvPr>
          <p:cNvSpPr/>
          <p:nvPr/>
        </p:nvSpPr>
        <p:spPr>
          <a:xfrm>
            <a:off x="1268703" y="456158"/>
            <a:ext cx="9481852" cy="7379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t>Matching Feature Selection Using Random Forest </a:t>
            </a:r>
            <a:endParaRPr lang="en-US" sz="2800" dirty="0"/>
          </a:p>
        </p:txBody>
      </p:sp>
      <p:sp>
        <p:nvSpPr>
          <p:cNvPr id="27" name="Rectangle: Rounded Corners 26">
            <a:extLst>
              <a:ext uri="{FF2B5EF4-FFF2-40B4-BE49-F238E27FC236}">
                <a16:creationId xmlns:a16="http://schemas.microsoft.com/office/drawing/2014/main" id="{13696EC4-71A7-47B5-AA57-C04A665DA7B4}"/>
              </a:ext>
            </a:extLst>
          </p:cNvPr>
          <p:cNvSpPr/>
          <p:nvPr/>
        </p:nvSpPr>
        <p:spPr>
          <a:xfrm>
            <a:off x="4602822" y="3195686"/>
            <a:ext cx="1640264" cy="164969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Training Regression</a:t>
            </a:r>
          </a:p>
          <a:p>
            <a:pPr algn="ctr"/>
            <a:r>
              <a:rPr lang="en-IN" dirty="0"/>
              <a:t>Model</a:t>
            </a:r>
          </a:p>
          <a:p>
            <a:pPr algn="ctr"/>
            <a:r>
              <a:rPr lang="en-IN" sz="1200" i="1" dirty="0"/>
              <a:t>(Using unexposed base)</a:t>
            </a:r>
            <a:endParaRPr lang="en-US" sz="1200" i="1" dirty="0"/>
          </a:p>
        </p:txBody>
      </p:sp>
      <p:cxnSp>
        <p:nvCxnSpPr>
          <p:cNvPr id="28" name="Straight Connector 27">
            <a:extLst>
              <a:ext uri="{FF2B5EF4-FFF2-40B4-BE49-F238E27FC236}">
                <a16:creationId xmlns:a16="http://schemas.microsoft.com/office/drawing/2014/main" id="{EACE4428-9893-474E-9950-AD2776C6B144}"/>
              </a:ext>
            </a:extLst>
          </p:cNvPr>
          <p:cNvCxnSpPr>
            <a:cxnSpLocks/>
          </p:cNvCxnSpPr>
          <p:nvPr/>
        </p:nvCxnSpPr>
        <p:spPr>
          <a:xfrm>
            <a:off x="1479479" y="2552276"/>
            <a:ext cx="394527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A4FCF6D-3DF4-4329-8A71-587B34D5A221}"/>
              </a:ext>
            </a:extLst>
          </p:cNvPr>
          <p:cNvCxnSpPr>
            <a:cxnSpLocks/>
            <a:endCxn id="27" idx="0"/>
          </p:cNvCxnSpPr>
          <p:nvPr/>
        </p:nvCxnSpPr>
        <p:spPr>
          <a:xfrm>
            <a:off x="5422954" y="2552276"/>
            <a:ext cx="0" cy="6434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383422E-6E54-4780-A35B-8A7F064DCF96}"/>
              </a:ext>
            </a:extLst>
          </p:cNvPr>
          <p:cNvCxnSpPr>
            <a:cxnSpLocks/>
          </p:cNvCxnSpPr>
          <p:nvPr/>
        </p:nvCxnSpPr>
        <p:spPr>
          <a:xfrm>
            <a:off x="1479479" y="5542046"/>
            <a:ext cx="388863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5A5D98F-686B-4B85-A363-6DDBE6A653E8}"/>
              </a:ext>
            </a:extLst>
          </p:cNvPr>
          <p:cNvCxnSpPr>
            <a:cxnSpLocks/>
          </p:cNvCxnSpPr>
          <p:nvPr/>
        </p:nvCxnSpPr>
        <p:spPr>
          <a:xfrm flipV="1">
            <a:off x="5358584" y="4845375"/>
            <a:ext cx="0" cy="6873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26A99CB-4C54-49B1-B4AE-B23451F1D59A}"/>
              </a:ext>
            </a:extLst>
          </p:cNvPr>
          <p:cNvCxnSpPr>
            <a:cxnSpLocks/>
            <a:stCxn id="27" idx="3"/>
            <a:endCxn id="51" idx="1"/>
          </p:cNvCxnSpPr>
          <p:nvPr/>
        </p:nvCxnSpPr>
        <p:spPr>
          <a:xfrm flipV="1">
            <a:off x="6243086" y="4020530"/>
            <a:ext cx="565608"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71DB0BFC-636F-4801-9D1B-C7E6B69E9C38}"/>
              </a:ext>
            </a:extLst>
          </p:cNvPr>
          <p:cNvSpPr/>
          <p:nvPr/>
        </p:nvSpPr>
        <p:spPr>
          <a:xfrm>
            <a:off x="1392944" y="2092751"/>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Pre Sales 1</a:t>
            </a:r>
            <a:endParaRPr lang="en-US" sz="1200" dirty="0">
              <a:solidFill>
                <a:schemeClr val="tx1"/>
              </a:solidFill>
            </a:endParaRPr>
          </a:p>
        </p:txBody>
      </p:sp>
      <p:sp>
        <p:nvSpPr>
          <p:cNvPr id="34" name="Rectangle 33">
            <a:extLst>
              <a:ext uri="{FF2B5EF4-FFF2-40B4-BE49-F238E27FC236}">
                <a16:creationId xmlns:a16="http://schemas.microsoft.com/office/drawing/2014/main" id="{1874CC57-BCBC-46BB-AD58-9A30E852208F}"/>
              </a:ext>
            </a:extLst>
          </p:cNvPr>
          <p:cNvSpPr/>
          <p:nvPr/>
        </p:nvSpPr>
        <p:spPr>
          <a:xfrm>
            <a:off x="2551616" y="2092750"/>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Pre Sales 2</a:t>
            </a:r>
            <a:endParaRPr lang="en-US" sz="1200" dirty="0">
              <a:solidFill>
                <a:schemeClr val="tx1"/>
              </a:solidFill>
            </a:endParaRPr>
          </a:p>
        </p:txBody>
      </p:sp>
      <p:sp>
        <p:nvSpPr>
          <p:cNvPr id="35" name="Rectangle 34">
            <a:extLst>
              <a:ext uri="{FF2B5EF4-FFF2-40B4-BE49-F238E27FC236}">
                <a16:creationId xmlns:a16="http://schemas.microsoft.com/office/drawing/2014/main" id="{4D2923CC-245A-4286-B282-285DD5DE8ADB}"/>
              </a:ext>
            </a:extLst>
          </p:cNvPr>
          <p:cNvSpPr/>
          <p:nvPr/>
        </p:nvSpPr>
        <p:spPr>
          <a:xfrm>
            <a:off x="1392944" y="2688997"/>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Pre Sales 3</a:t>
            </a:r>
            <a:endParaRPr lang="en-US" sz="1200" dirty="0">
              <a:solidFill>
                <a:schemeClr val="tx1"/>
              </a:solidFill>
            </a:endParaRPr>
          </a:p>
        </p:txBody>
      </p:sp>
      <p:sp>
        <p:nvSpPr>
          <p:cNvPr id="36" name="Rectangle 35">
            <a:extLst>
              <a:ext uri="{FF2B5EF4-FFF2-40B4-BE49-F238E27FC236}">
                <a16:creationId xmlns:a16="http://schemas.microsoft.com/office/drawing/2014/main" id="{7C5BE9FB-6F38-413B-AC89-397A6E8FD42E}"/>
              </a:ext>
            </a:extLst>
          </p:cNvPr>
          <p:cNvSpPr/>
          <p:nvPr/>
        </p:nvSpPr>
        <p:spPr>
          <a:xfrm>
            <a:off x="2551616" y="2688997"/>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Pre Sales 4</a:t>
            </a:r>
            <a:endParaRPr lang="en-US" sz="1200" dirty="0">
              <a:solidFill>
                <a:schemeClr val="tx1"/>
              </a:solidFill>
            </a:endParaRPr>
          </a:p>
        </p:txBody>
      </p:sp>
      <p:sp>
        <p:nvSpPr>
          <p:cNvPr id="37" name="Rectangle 36">
            <a:extLst>
              <a:ext uri="{FF2B5EF4-FFF2-40B4-BE49-F238E27FC236}">
                <a16:creationId xmlns:a16="http://schemas.microsoft.com/office/drawing/2014/main" id="{DCADBA79-D2A9-4AA0-B0EA-49C8A17F7C13}"/>
              </a:ext>
            </a:extLst>
          </p:cNvPr>
          <p:cNvSpPr/>
          <p:nvPr/>
        </p:nvSpPr>
        <p:spPr>
          <a:xfrm>
            <a:off x="9993795" y="3871653"/>
            <a:ext cx="1084083" cy="1245912"/>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Campaign Period Sales Prediction (had the campaign not occurred)</a:t>
            </a:r>
            <a:endParaRPr lang="en-US" sz="1200" dirty="0">
              <a:solidFill>
                <a:schemeClr val="tx1"/>
              </a:solidFill>
            </a:endParaRPr>
          </a:p>
        </p:txBody>
      </p:sp>
      <p:sp>
        <p:nvSpPr>
          <p:cNvPr id="38" name="Rectangle 37">
            <a:extLst>
              <a:ext uri="{FF2B5EF4-FFF2-40B4-BE49-F238E27FC236}">
                <a16:creationId xmlns:a16="http://schemas.microsoft.com/office/drawing/2014/main" id="{5F28AA62-1388-43C7-881C-C737064166F5}"/>
              </a:ext>
            </a:extLst>
          </p:cNvPr>
          <p:cNvSpPr/>
          <p:nvPr/>
        </p:nvSpPr>
        <p:spPr>
          <a:xfrm>
            <a:off x="1817798" y="5092045"/>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Campaign Sales</a:t>
            </a:r>
            <a:endParaRPr lang="en-US" sz="1200" dirty="0">
              <a:solidFill>
                <a:schemeClr val="tx1"/>
              </a:solidFill>
            </a:endParaRPr>
          </a:p>
        </p:txBody>
      </p:sp>
      <p:sp>
        <p:nvSpPr>
          <p:cNvPr id="39" name="TextBox 38">
            <a:extLst>
              <a:ext uri="{FF2B5EF4-FFF2-40B4-BE49-F238E27FC236}">
                <a16:creationId xmlns:a16="http://schemas.microsoft.com/office/drawing/2014/main" id="{8BD8FB87-D3CD-4759-BAF4-E0EFD6157C9C}"/>
              </a:ext>
            </a:extLst>
          </p:cNvPr>
          <p:cNvSpPr txBox="1"/>
          <p:nvPr/>
        </p:nvSpPr>
        <p:spPr>
          <a:xfrm>
            <a:off x="57760" y="2219981"/>
            <a:ext cx="1262314" cy="664592"/>
          </a:xfrm>
          <a:prstGeom prst="rect">
            <a:avLst/>
          </a:prstGeom>
          <a:ln>
            <a:solidFill>
              <a:schemeClr val="tx1"/>
            </a:solidFill>
            <a:prstDash val="lgDashDot"/>
          </a:ln>
        </p:spPr>
        <p:txBody>
          <a:bodyPr wrap="square" lIns="0" tIns="0" rIns="0" bIns="0" rtlCol="0" anchor="t">
            <a:normAutofit/>
          </a:bodyPr>
          <a:lstStyle/>
          <a:p>
            <a:r>
              <a:rPr lang="en-IN" sz="1400" dirty="0"/>
              <a:t>Set of Pre-Period numeric </a:t>
            </a:r>
          </a:p>
          <a:p>
            <a:r>
              <a:rPr lang="en-IN" sz="1400" dirty="0"/>
              <a:t>Features</a:t>
            </a:r>
          </a:p>
        </p:txBody>
      </p:sp>
      <p:sp>
        <p:nvSpPr>
          <p:cNvPr id="40" name="TextBox 39">
            <a:extLst>
              <a:ext uri="{FF2B5EF4-FFF2-40B4-BE49-F238E27FC236}">
                <a16:creationId xmlns:a16="http://schemas.microsoft.com/office/drawing/2014/main" id="{AF3949F2-28A2-4090-A3C3-E83CF35B9961}"/>
              </a:ext>
            </a:extLst>
          </p:cNvPr>
          <p:cNvSpPr txBox="1"/>
          <p:nvPr/>
        </p:nvSpPr>
        <p:spPr>
          <a:xfrm>
            <a:off x="94217" y="5003272"/>
            <a:ext cx="1375434" cy="807595"/>
          </a:xfrm>
          <a:prstGeom prst="rect">
            <a:avLst/>
          </a:prstGeom>
          <a:ln>
            <a:solidFill>
              <a:schemeClr val="tx1"/>
            </a:solidFill>
            <a:prstDash val="lgDashDot"/>
          </a:ln>
        </p:spPr>
        <p:txBody>
          <a:bodyPr wrap="square" lIns="0" tIns="0" rIns="0" bIns="0" rtlCol="0" anchor="t">
            <a:normAutofit/>
          </a:bodyPr>
          <a:lstStyle/>
          <a:p>
            <a:r>
              <a:rPr lang="en-IN" sz="1400" dirty="0"/>
              <a:t>Campaign Period</a:t>
            </a:r>
          </a:p>
          <a:p>
            <a:r>
              <a:rPr lang="en-IN" sz="1400" dirty="0"/>
              <a:t>Feature to be used as target variable</a:t>
            </a:r>
          </a:p>
        </p:txBody>
      </p:sp>
      <p:sp>
        <p:nvSpPr>
          <p:cNvPr id="41" name="Rectangle 40">
            <a:extLst>
              <a:ext uri="{FF2B5EF4-FFF2-40B4-BE49-F238E27FC236}">
                <a16:creationId xmlns:a16="http://schemas.microsoft.com/office/drawing/2014/main" id="{2FEF6050-6E5E-4359-8BEB-56D8C53FD5E3}"/>
              </a:ext>
            </a:extLst>
          </p:cNvPr>
          <p:cNvSpPr/>
          <p:nvPr/>
        </p:nvSpPr>
        <p:spPr>
          <a:xfrm>
            <a:off x="3708569" y="2083225"/>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Pre Visits 1</a:t>
            </a:r>
            <a:endParaRPr lang="en-US" sz="1200" dirty="0">
              <a:solidFill>
                <a:schemeClr val="tx1"/>
              </a:solidFill>
            </a:endParaRPr>
          </a:p>
        </p:txBody>
      </p:sp>
      <p:sp>
        <p:nvSpPr>
          <p:cNvPr id="42" name="Rectangle 41">
            <a:extLst>
              <a:ext uri="{FF2B5EF4-FFF2-40B4-BE49-F238E27FC236}">
                <a16:creationId xmlns:a16="http://schemas.microsoft.com/office/drawing/2014/main" id="{80BF8565-9E43-4EA8-A023-CCB7496490E4}"/>
              </a:ext>
            </a:extLst>
          </p:cNvPr>
          <p:cNvSpPr/>
          <p:nvPr/>
        </p:nvSpPr>
        <p:spPr>
          <a:xfrm>
            <a:off x="3708569" y="2688997"/>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Pre Visits 2</a:t>
            </a:r>
            <a:endParaRPr lang="en-US" sz="1200" dirty="0">
              <a:solidFill>
                <a:schemeClr val="tx1"/>
              </a:solidFill>
            </a:endParaRPr>
          </a:p>
        </p:txBody>
      </p:sp>
      <p:sp>
        <p:nvSpPr>
          <p:cNvPr id="43" name="TextBox 42">
            <a:extLst>
              <a:ext uri="{FF2B5EF4-FFF2-40B4-BE49-F238E27FC236}">
                <a16:creationId xmlns:a16="http://schemas.microsoft.com/office/drawing/2014/main" id="{CAD96A1C-AA86-41DC-B16F-3BA551B721E6}"/>
              </a:ext>
            </a:extLst>
          </p:cNvPr>
          <p:cNvSpPr txBox="1"/>
          <p:nvPr/>
        </p:nvSpPr>
        <p:spPr>
          <a:xfrm>
            <a:off x="4890499" y="2089573"/>
            <a:ext cx="914400" cy="351968"/>
          </a:xfrm>
          <a:prstGeom prst="rect">
            <a:avLst/>
          </a:prstGeom>
        </p:spPr>
        <p:txBody>
          <a:bodyPr wrap="none" lIns="0" tIns="0" rIns="0" bIns="0" rtlCol="0" anchor="t">
            <a:normAutofit/>
          </a:bodyPr>
          <a:lstStyle/>
          <a:p>
            <a:pPr algn="l"/>
            <a:r>
              <a:rPr lang="en-IN" sz="2000" b="0" dirty="0"/>
              <a:t>…</a:t>
            </a:r>
            <a:endParaRPr lang="en-US" sz="2000" b="0" dirty="0"/>
          </a:p>
        </p:txBody>
      </p:sp>
      <p:sp>
        <p:nvSpPr>
          <p:cNvPr id="44" name="TextBox 43">
            <a:extLst>
              <a:ext uri="{FF2B5EF4-FFF2-40B4-BE49-F238E27FC236}">
                <a16:creationId xmlns:a16="http://schemas.microsoft.com/office/drawing/2014/main" id="{9F321223-0B25-4997-91C2-F1D594933060}"/>
              </a:ext>
            </a:extLst>
          </p:cNvPr>
          <p:cNvSpPr txBox="1"/>
          <p:nvPr/>
        </p:nvSpPr>
        <p:spPr>
          <a:xfrm>
            <a:off x="4890499" y="2663010"/>
            <a:ext cx="914400" cy="351968"/>
          </a:xfrm>
          <a:prstGeom prst="rect">
            <a:avLst/>
          </a:prstGeom>
        </p:spPr>
        <p:txBody>
          <a:bodyPr wrap="none" lIns="0" tIns="0" rIns="0" bIns="0" rtlCol="0" anchor="t">
            <a:normAutofit/>
          </a:bodyPr>
          <a:lstStyle/>
          <a:p>
            <a:pPr algn="l"/>
            <a:r>
              <a:rPr lang="en-IN" sz="2000" b="0" dirty="0"/>
              <a:t>…</a:t>
            </a:r>
            <a:endParaRPr lang="en-US" sz="2000" b="0" dirty="0"/>
          </a:p>
        </p:txBody>
      </p:sp>
      <p:cxnSp>
        <p:nvCxnSpPr>
          <p:cNvPr id="45" name="Straight Arrow Connector 44">
            <a:extLst>
              <a:ext uri="{FF2B5EF4-FFF2-40B4-BE49-F238E27FC236}">
                <a16:creationId xmlns:a16="http://schemas.microsoft.com/office/drawing/2014/main" id="{7139567A-9322-4045-9D04-F89B7489C16B}"/>
              </a:ext>
            </a:extLst>
          </p:cNvPr>
          <p:cNvCxnSpPr>
            <a:cxnSpLocks/>
          </p:cNvCxnSpPr>
          <p:nvPr/>
        </p:nvCxnSpPr>
        <p:spPr>
          <a:xfrm>
            <a:off x="1646018" y="4020532"/>
            <a:ext cx="295680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95777C2C-9933-40B4-8E35-FF36CF4E5CD4}"/>
              </a:ext>
            </a:extLst>
          </p:cNvPr>
          <p:cNvSpPr txBox="1"/>
          <p:nvPr/>
        </p:nvSpPr>
        <p:spPr>
          <a:xfrm>
            <a:off x="68883" y="3688234"/>
            <a:ext cx="1410596" cy="664592"/>
          </a:xfrm>
          <a:prstGeom prst="rect">
            <a:avLst/>
          </a:prstGeom>
          <a:ln>
            <a:solidFill>
              <a:schemeClr val="tx1"/>
            </a:solidFill>
            <a:prstDash val="lgDashDot"/>
          </a:ln>
        </p:spPr>
        <p:txBody>
          <a:bodyPr wrap="square" lIns="0" tIns="0" rIns="0" bIns="0" rtlCol="0" anchor="t">
            <a:normAutofit/>
          </a:bodyPr>
          <a:lstStyle/>
          <a:p>
            <a:r>
              <a:rPr lang="en-IN" sz="1400" dirty="0"/>
              <a:t>Set of Pre-Period categorical </a:t>
            </a:r>
          </a:p>
          <a:p>
            <a:r>
              <a:rPr lang="en-IN" sz="1400" dirty="0"/>
              <a:t>Features</a:t>
            </a:r>
          </a:p>
        </p:txBody>
      </p:sp>
      <p:sp>
        <p:nvSpPr>
          <p:cNvPr id="47" name="Rectangle 46">
            <a:extLst>
              <a:ext uri="{FF2B5EF4-FFF2-40B4-BE49-F238E27FC236}">
                <a16:creationId xmlns:a16="http://schemas.microsoft.com/office/drawing/2014/main" id="{870E6E93-CC09-4FD6-86E5-192AD9797B8C}"/>
              </a:ext>
            </a:extLst>
          </p:cNvPr>
          <p:cNvSpPr/>
          <p:nvPr/>
        </p:nvSpPr>
        <p:spPr>
          <a:xfrm>
            <a:off x="1646018" y="3542892"/>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Loyalty</a:t>
            </a:r>
            <a:endParaRPr lang="en-US" sz="1200" dirty="0">
              <a:solidFill>
                <a:schemeClr val="tx1"/>
              </a:solidFill>
            </a:endParaRPr>
          </a:p>
        </p:txBody>
      </p:sp>
      <p:sp>
        <p:nvSpPr>
          <p:cNvPr id="48" name="Rectangle 47">
            <a:extLst>
              <a:ext uri="{FF2B5EF4-FFF2-40B4-BE49-F238E27FC236}">
                <a16:creationId xmlns:a16="http://schemas.microsoft.com/office/drawing/2014/main" id="{7C4EFA84-4416-4377-B8EA-8E961F30C0CF}"/>
              </a:ext>
            </a:extLst>
          </p:cNvPr>
          <p:cNvSpPr/>
          <p:nvPr/>
        </p:nvSpPr>
        <p:spPr>
          <a:xfrm>
            <a:off x="1646018" y="4139138"/>
            <a:ext cx="1084083" cy="348791"/>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Price Sensitivity</a:t>
            </a:r>
            <a:endParaRPr lang="en-US" sz="1200" dirty="0">
              <a:solidFill>
                <a:schemeClr val="tx1"/>
              </a:solidFill>
            </a:endParaRPr>
          </a:p>
        </p:txBody>
      </p:sp>
      <p:sp>
        <p:nvSpPr>
          <p:cNvPr id="49" name="TextBox 48">
            <a:extLst>
              <a:ext uri="{FF2B5EF4-FFF2-40B4-BE49-F238E27FC236}">
                <a16:creationId xmlns:a16="http://schemas.microsoft.com/office/drawing/2014/main" id="{5980004D-68D2-43FA-BB81-163095D83575}"/>
              </a:ext>
            </a:extLst>
          </p:cNvPr>
          <p:cNvSpPr txBox="1"/>
          <p:nvPr/>
        </p:nvSpPr>
        <p:spPr>
          <a:xfrm>
            <a:off x="2795831" y="3542307"/>
            <a:ext cx="914400" cy="351968"/>
          </a:xfrm>
          <a:prstGeom prst="rect">
            <a:avLst/>
          </a:prstGeom>
        </p:spPr>
        <p:txBody>
          <a:bodyPr wrap="none" lIns="0" tIns="0" rIns="0" bIns="0" rtlCol="0" anchor="t">
            <a:normAutofit/>
          </a:bodyPr>
          <a:lstStyle/>
          <a:p>
            <a:pPr algn="l"/>
            <a:r>
              <a:rPr lang="en-IN" sz="2000" b="0" dirty="0"/>
              <a:t>…</a:t>
            </a:r>
            <a:endParaRPr lang="en-US" sz="2000" b="0" dirty="0"/>
          </a:p>
        </p:txBody>
      </p:sp>
      <p:sp>
        <p:nvSpPr>
          <p:cNvPr id="50" name="TextBox 49">
            <a:extLst>
              <a:ext uri="{FF2B5EF4-FFF2-40B4-BE49-F238E27FC236}">
                <a16:creationId xmlns:a16="http://schemas.microsoft.com/office/drawing/2014/main" id="{F6A12EC3-12A2-40E3-AEA0-97EA2D7BB016}"/>
              </a:ext>
            </a:extLst>
          </p:cNvPr>
          <p:cNvSpPr txBox="1"/>
          <p:nvPr/>
        </p:nvSpPr>
        <p:spPr>
          <a:xfrm>
            <a:off x="2795831" y="4115744"/>
            <a:ext cx="914400" cy="351968"/>
          </a:xfrm>
          <a:prstGeom prst="rect">
            <a:avLst/>
          </a:prstGeom>
        </p:spPr>
        <p:txBody>
          <a:bodyPr wrap="none" lIns="0" tIns="0" rIns="0" bIns="0" rtlCol="0" anchor="t">
            <a:normAutofit/>
          </a:bodyPr>
          <a:lstStyle/>
          <a:p>
            <a:pPr algn="l"/>
            <a:r>
              <a:rPr lang="en-IN" sz="2000" b="0" dirty="0"/>
              <a:t>…</a:t>
            </a:r>
            <a:endParaRPr lang="en-US" sz="2000" b="0" dirty="0"/>
          </a:p>
        </p:txBody>
      </p:sp>
      <p:sp>
        <p:nvSpPr>
          <p:cNvPr id="51" name="Rectangle: Rounded Corners 50">
            <a:extLst>
              <a:ext uri="{FF2B5EF4-FFF2-40B4-BE49-F238E27FC236}">
                <a16:creationId xmlns:a16="http://schemas.microsoft.com/office/drawing/2014/main" id="{7C09C8F5-2D97-4284-9FA3-7E80BBC5273A}"/>
              </a:ext>
            </a:extLst>
          </p:cNvPr>
          <p:cNvSpPr/>
          <p:nvPr/>
        </p:nvSpPr>
        <p:spPr>
          <a:xfrm>
            <a:off x="6808694" y="3195684"/>
            <a:ext cx="1640264" cy="164969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Scoring All Customers</a:t>
            </a:r>
            <a:endParaRPr lang="en-US" dirty="0"/>
          </a:p>
        </p:txBody>
      </p:sp>
      <p:cxnSp>
        <p:nvCxnSpPr>
          <p:cNvPr id="52" name="Straight Arrow Connector 51">
            <a:extLst>
              <a:ext uri="{FF2B5EF4-FFF2-40B4-BE49-F238E27FC236}">
                <a16:creationId xmlns:a16="http://schemas.microsoft.com/office/drawing/2014/main" id="{66FEA207-28EB-46DA-8BC6-4A0943BA8068}"/>
              </a:ext>
            </a:extLst>
          </p:cNvPr>
          <p:cNvCxnSpPr>
            <a:cxnSpLocks/>
          </p:cNvCxnSpPr>
          <p:nvPr/>
        </p:nvCxnSpPr>
        <p:spPr>
          <a:xfrm>
            <a:off x="8448958" y="4487929"/>
            <a:ext cx="1544837" cy="66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2EFAD68-BC89-4204-8C9D-24396F17912B}"/>
              </a:ext>
            </a:extLst>
          </p:cNvPr>
          <p:cNvCxnSpPr>
            <a:cxnSpLocks/>
            <a:stCxn id="51" idx="0"/>
          </p:cNvCxnSpPr>
          <p:nvPr/>
        </p:nvCxnSpPr>
        <p:spPr>
          <a:xfrm flipV="1">
            <a:off x="7628826" y="2127567"/>
            <a:ext cx="0" cy="106811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DFC6052-CFD3-4CE7-B64C-90E66EBA7525}"/>
              </a:ext>
            </a:extLst>
          </p:cNvPr>
          <p:cNvCxnSpPr>
            <a:cxnSpLocks/>
          </p:cNvCxnSpPr>
          <p:nvPr/>
        </p:nvCxnSpPr>
        <p:spPr>
          <a:xfrm>
            <a:off x="7618552" y="2127567"/>
            <a:ext cx="919271" cy="66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55" name="Chart 54">
            <a:extLst>
              <a:ext uri="{FF2B5EF4-FFF2-40B4-BE49-F238E27FC236}">
                <a16:creationId xmlns:a16="http://schemas.microsoft.com/office/drawing/2014/main" id="{F3270647-47DE-468F-8BC6-F402F49D8C3E}"/>
              </a:ext>
            </a:extLst>
          </p:cNvPr>
          <p:cNvGraphicFramePr>
            <a:graphicFrameLocks/>
          </p:cNvGraphicFramePr>
          <p:nvPr>
            <p:extLst>
              <p:ext uri="{D42A27DB-BD31-4B8C-83A1-F6EECF244321}">
                <p14:modId xmlns:p14="http://schemas.microsoft.com/office/powerpoint/2010/main" val="1427274012"/>
              </p:ext>
            </p:extLst>
          </p:nvPr>
        </p:nvGraphicFramePr>
        <p:xfrm>
          <a:off x="8548097" y="1521597"/>
          <a:ext cx="3565553" cy="2166637"/>
        </p:xfrm>
        <a:graphic>
          <a:graphicData uri="http://schemas.openxmlformats.org/drawingml/2006/chart">
            <c:chart xmlns:c="http://schemas.openxmlformats.org/drawingml/2006/chart" xmlns:r="http://schemas.openxmlformats.org/officeDocument/2006/relationships" r:id="rId2"/>
          </a:graphicData>
        </a:graphic>
      </p:graphicFrame>
      <p:sp>
        <p:nvSpPr>
          <p:cNvPr id="56" name="TextBox 55">
            <a:extLst>
              <a:ext uri="{FF2B5EF4-FFF2-40B4-BE49-F238E27FC236}">
                <a16:creationId xmlns:a16="http://schemas.microsoft.com/office/drawing/2014/main" id="{C65B4832-02B2-4E73-B54F-256FDD347AE4}"/>
              </a:ext>
            </a:extLst>
          </p:cNvPr>
          <p:cNvSpPr txBox="1"/>
          <p:nvPr/>
        </p:nvSpPr>
        <p:spPr>
          <a:xfrm>
            <a:off x="5470954" y="5294304"/>
            <a:ext cx="6642696" cy="1453857"/>
          </a:xfrm>
          <a:prstGeom prst="rect">
            <a:avLst/>
          </a:prstGeom>
          <a:ln>
            <a:solidFill>
              <a:schemeClr val="tx1"/>
            </a:solidFill>
          </a:ln>
        </p:spPr>
        <p:txBody>
          <a:bodyPr wrap="square" lIns="0" tIns="0" rIns="0" bIns="0" rtlCol="0" anchor="t">
            <a:normAutofit/>
          </a:bodyPr>
          <a:lstStyle/>
          <a:p>
            <a:pPr algn="l"/>
            <a:r>
              <a:rPr lang="en-IN" b="0" dirty="0"/>
              <a:t>This module trains a random forest regression model on the set of unexposed customers using all pre period features as independent and campaign period sales as dependent variable. It then scores all the customers(</a:t>
            </a:r>
            <a:r>
              <a:rPr lang="en-IN" b="0" dirty="0" err="1"/>
              <a:t>test+control</a:t>
            </a:r>
            <a:r>
              <a:rPr lang="en-IN" b="0" dirty="0"/>
              <a:t>). The score (prediction) along with the </a:t>
            </a:r>
            <a:r>
              <a:rPr lang="en-IN" b="0" dirty="0" err="1"/>
              <a:t>pre_period</a:t>
            </a:r>
            <a:r>
              <a:rPr lang="en-IN" b="0" dirty="0"/>
              <a:t> KPI is used for matching.</a:t>
            </a:r>
          </a:p>
        </p:txBody>
      </p:sp>
    </p:spTree>
    <p:extLst>
      <p:ext uri="{BB962C8B-B14F-4D97-AF65-F5344CB8AC3E}">
        <p14:creationId xmlns:p14="http://schemas.microsoft.com/office/powerpoint/2010/main" val="139735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B998933-0E52-45B4-86EB-204A43157422}"/>
              </a:ext>
            </a:extLst>
          </p:cNvPr>
          <p:cNvSpPr>
            <a:spLocks noGrp="1"/>
          </p:cNvSpPr>
          <p:nvPr>
            <p:ph type="body" sz="quarter" idx="15"/>
          </p:nvPr>
        </p:nvSpPr>
        <p:spPr>
          <a:xfrm>
            <a:off x="224919" y="1136192"/>
            <a:ext cx="11431200" cy="4721684"/>
          </a:xfrm>
        </p:spPr>
        <p:txBody>
          <a:bodyPr/>
          <a:lstStyle/>
          <a:p>
            <a:r>
              <a:rPr lang="en-IN" dirty="0"/>
              <a:t> </a:t>
            </a:r>
            <a:endParaRPr lang="en-US" dirty="0"/>
          </a:p>
        </p:txBody>
      </p:sp>
      <p:graphicFrame>
        <p:nvGraphicFramePr>
          <p:cNvPr id="4" name="Diagram 3">
            <a:extLst>
              <a:ext uri="{FF2B5EF4-FFF2-40B4-BE49-F238E27FC236}">
                <a16:creationId xmlns:a16="http://schemas.microsoft.com/office/drawing/2014/main" id="{F4F129AD-D027-466E-A9F6-564089054B2D}"/>
              </a:ext>
            </a:extLst>
          </p:cNvPr>
          <p:cNvGraphicFramePr/>
          <p:nvPr>
            <p:extLst>
              <p:ext uri="{D42A27DB-BD31-4B8C-83A1-F6EECF244321}">
                <p14:modId xmlns:p14="http://schemas.microsoft.com/office/powerpoint/2010/main" val="4192618451"/>
              </p:ext>
            </p:extLst>
          </p:nvPr>
        </p:nvGraphicFramePr>
        <p:xfrm>
          <a:off x="225452" y="-624820"/>
          <a:ext cx="11430668" cy="29199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Group 4">
            <a:extLst>
              <a:ext uri="{FF2B5EF4-FFF2-40B4-BE49-F238E27FC236}">
                <a16:creationId xmlns:a16="http://schemas.microsoft.com/office/drawing/2014/main" id="{498FB23F-D546-4F2A-8A79-1C39083CF072}"/>
              </a:ext>
            </a:extLst>
          </p:cNvPr>
          <p:cNvGrpSpPr/>
          <p:nvPr/>
        </p:nvGrpSpPr>
        <p:grpSpPr>
          <a:xfrm>
            <a:off x="218730" y="2488606"/>
            <a:ext cx="1448145" cy="1288891"/>
            <a:chOff x="730041" y="2738509"/>
            <a:chExt cx="1706496" cy="1527852"/>
          </a:xfrm>
        </p:grpSpPr>
        <p:pic>
          <p:nvPicPr>
            <p:cNvPr id="6" name="Picture 5">
              <a:extLst>
                <a:ext uri="{FF2B5EF4-FFF2-40B4-BE49-F238E27FC236}">
                  <a16:creationId xmlns:a16="http://schemas.microsoft.com/office/drawing/2014/main" id="{811BAC85-5E9F-4510-A60A-DBDA443A0AE0}"/>
                </a:ext>
              </a:extLst>
            </p:cNvPr>
            <p:cNvPicPr>
              <a:picLocks noChangeAspect="1"/>
            </p:cNvPicPr>
            <p:nvPr/>
          </p:nvPicPr>
          <p:blipFill rotWithShape="1">
            <a:blip r:embed="rId7"/>
            <a:srcRect l="9905" t="12916" r="84548" b="67149"/>
            <a:stretch/>
          </p:blipFill>
          <p:spPr>
            <a:xfrm>
              <a:off x="848735" y="2927042"/>
              <a:ext cx="237387" cy="269038"/>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DD23045B-6DF8-4817-8E8B-9533ECCBB785}"/>
                </a:ext>
              </a:extLst>
            </p:cNvPr>
            <p:cNvPicPr>
              <a:picLocks noChangeAspect="1"/>
            </p:cNvPicPr>
            <p:nvPr/>
          </p:nvPicPr>
          <p:blipFill rotWithShape="1">
            <a:blip r:embed="rId7"/>
            <a:srcRect l="9905" t="12916" r="84548" b="67149"/>
            <a:stretch/>
          </p:blipFill>
          <p:spPr>
            <a:xfrm>
              <a:off x="730041" y="3458194"/>
              <a:ext cx="237387" cy="269038"/>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72B77104-23D1-49F4-B43B-54E072F7AEB8}"/>
                </a:ext>
              </a:extLst>
            </p:cNvPr>
            <p:cNvPicPr>
              <a:picLocks noChangeAspect="1"/>
            </p:cNvPicPr>
            <p:nvPr/>
          </p:nvPicPr>
          <p:blipFill rotWithShape="1">
            <a:blip r:embed="rId7"/>
            <a:srcRect l="9905" t="12916" r="84548" b="67149"/>
            <a:stretch/>
          </p:blipFill>
          <p:spPr>
            <a:xfrm>
              <a:off x="1351372" y="2745781"/>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EBDA6C10-62A0-460A-A14D-99E34F0870AA}"/>
                </a:ext>
              </a:extLst>
            </p:cNvPr>
            <p:cNvPicPr>
              <a:picLocks noChangeAspect="1"/>
            </p:cNvPicPr>
            <p:nvPr/>
          </p:nvPicPr>
          <p:blipFill rotWithShape="1">
            <a:blip r:embed="rId7"/>
            <a:srcRect l="9905" t="12916" r="84548" b="67149"/>
            <a:stretch/>
          </p:blipFill>
          <p:spPr>
            <a:xfrm>
              <a:off x="1142011" y="3145669"/>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820F0308-1D16-4F16-B00D-067D81DC7018}"/>
                </a:ext>
              </a:extLst>
            </p:cNvPr>
            <p:cNvPicPr>
              <a:picLocks noChangeAspect="1"/>
            </p:cNvPicPr>
            <p:nvPr/>
          </p:nvPicPr>
          <p:blipFill rotWithShape="1">
            <a:blip r:embed="rId7"/>
            <a:srcRect l="9905" t="12916" r="84548" b="67149"/>
            <a:stretch/>
          </p:blipFill>
          <p:spPr>
            <a:xfrm>
              <a:off x="2199150" y="3686823"/>
              <a:ext cx="237387" cy="269038"/>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pic>
          <p:nvPicPr>
            <p:cNvPr id="11" name="Picture 10">
              <a:extLst>
                <a:ext uri="{FF2B5EF4-FFF2-40B4-BE49-F238E27FC236}">
                  <a16:creationId xmlns:a16="http://schemas.microsoft.com/office/drawing/2014/main" id="{DD6E4B54-B35D-43B9-B928-659167FC591D}"/>
                </a:ext>
              </a:extLst>
            </p:cNvPr>
            <p:cNvPicPr>
              <a:picLocks noChangeAspect="1"/>
            </p:cNvPicPr>
            <p:nvPr/>
          </p:nvPicPr>
          <p:blipFill rotWithShape="1">
            <a:blip r:embed="rId7"/>
            <a:srcRect l="9905" t="12916" r="84548" b="67149"/>
            <a:stretch/>
          </p:blipFill>
          <p:spPr>
            <a:xfrm>
              <a:off x="1146066" y="3491011"/>
              <a:ext cx="237387" cy="269038"/>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12" name="Picture 11">
              <a:extLst>
                <a:ext uri="{FF2B5EF4-FFF2-40B4-BE49-F238E27FC236}">
                  <a16:creationId xmlns:a16="http://schemas.microsoft.com/office/drawing/2014/main" id="{D1C1D5C9-3785-4947-9186-479671294CFD}"/>
                </a:ext>
              </a:extLst>
            </p:cNvPr>
            <p:cNvPicPr>
              <a:picLocks noChangeAspect="1"/>
            </p:cNvPicPr>
            <p:nvPr/>
          </p:nvPicPr>
          <p:blipFill rotWithShape="1">
            <a:blip r:embed="rId7"/>
            <a:srcRect l="9905" t="12916" r="84548" b="67149"/>
            <a:stretch/>
          </p:blipFill>
          <p:spPr>
            <a:xfrm>
              <a:off x="1619420" y="3098973"/>
              <a:ext cx="237387" cy="269038"/>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13" name="Picture 12">
              <a:extLst>
                <a:ext uri="{FF2B5EF4-FFF2-40B4-BE49-F238E27FC236}">
                  <a16:creationId xmlns:a16="http://schemas.microsoft.com/office/drawing/2014/main" id="{5984BC24-CB1C-4226-B6E9-F60AAE59E1E0}"/>
                </a:ext>
              </a:extLst>
            </p:cNvPr>
            <p:cNvPicPr>
              <a:picLocks noChangeAspect="1"/>
            </p:cNvPicPr>
            <p:nvPr/>
          </p:nvPicPr>
          <p:blipFill rotWithShape="1">
            <a:blip r:embed="rId7"/>
            <a:srcRect l="9905" t="12916" r="84548" b="67149"/>
            <a:stretch/>
          </p:blipFill>
          <p:spPr>
            <a:xfrm>
              <a:off x="1279525" y="3955861"/>
              <a:ext cx="237387" cy="269038"/>
            </a:xfrm>
            <a:prstGeom prst="rect">
              <a:avLst/>
            </a:prstGeom>
            <a:ln w="38100" cap="sq">
              <a:solidFill>
                <a:schemeClr val="accent1">
                  <a:lumMod val="75000"/>
                </a:schemeClr>
              </a:solidFill>
              <a:prstDash val="solid"/>
              <a:miter lim="800000"/>
            </a:ln>
            <a:effectLst>
              <a:outerShdw blurRad="50800" dist="38100" dir="2700000" algn="tl" rotWithShape="0">
                <a:srgbClr val="000000">
                  <a:alpha val="43000"/>
                </a:srgbClr>
              </a:outerShdw>
            </a:effectLst>
          </p:spPr>
        </p:pic>
        <p:pic>
          <p:nvPicPr>
            <p:cNvPr id="14" name="Picture 13">
              <a:extLst>
                <a:ext uri="{FF2B5EF4-FFF2-40B4-BE49-F238E27FC236}">
                  <a16:creationId xmlns:a16="http://schemas.microsoft.com/office/drawing/2014/main" id="{A18B3546-BBCD-4BDF-9AB2-06BCD5404EA2}"/>
                </a:ext>
              </a:extLst>
            </p:cNvPr>
            <p:cNvPicPr>
              <a:picLocks noChangeAspect="1"/>
            </p:cNvPicPr>
            <p:nvPr/>
          </p:nvPicPr>
          <p:blipFill rotWithShape="1">
            <a:blip r:embed="rId7"/>
            <a:srcRect l="9905" t="12916" r="84548" b="67149"/>
            <a:stretch/>
          </p:blipFill>
          <p:spPr>
            <a:xfrm>
              <a:off x="1464952" y="3434205"/>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15" name="Picture 14">
              <a:extLst>
                <a:ext uri="{FF2B5EF4-FFF2-40B4-BE49-F238E27FC236}">
                  <a16:creationId xmlns:a16="http://schemas.microsoft.com/office/drawing/2014/main" id="{A68F8796-CA1F-49B7-918F-2A60239A18BD}"/>
                </a:ext>
              </a:extLst>
            </p:cNvPr>
            <p:cNvPicPr>
              <a:picLocks noChangeAspect="1"/>
            </p:cNvPicPr>
            <p:nvPr/>
          </p:nvPicPr>
          <p:blipFill rotWithShape="1">
            <a:blip r:embed="rId7"/>
            <a:srcRect l="9905" t="12916" r="84548" b="67149"/>
            <a:stretch/>
          </p:blipFill>
          <p:spPr>
            <a:xfrm>
              <a:off x="1535853" y="3721077"/>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16" name="Picture 15">
              <a:extLst>
                <a:ext uri="{FF2B5EF4-FFF2-40B4-BE49-F238E27FC236}">
                  <a16:creationId xmlns:a16="http://schemas.microsoft.com/office/drawing/2014/main" id="{327BE8AB-F02C-40A0-8F65-58A084E39770}"/>
                </a:ext>
              </a:extLst>
            </p:cNvPr>
            <p:cNvPicPr>
              <a:picLocks noChangeAspect="1"/>
            </p:cNvPicPr>
            <p:nvPr/>
          </p:nvPicPr>
          <p:blipFill rotWithShape="1">
            <a:blip r:embed="rId7"/>
            <a:srcRect l="9905" t="12916" r="84548" b="67149"/>
            <a:stretch/>
          </p:blipFill>
          <p:spPr>
            <a:xfrm>
              <a:off x="2027840" y="3141755"/>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17" name="Picture 16">
              <a:extLst>
                <a:ext uri="{FF2B5EF4-FFF2-40B4-BE49-F238E27FC236}">
                  <a16:creationId xmlns:a16="http://schemas.microsoft.com/office/drawing/2014/main" id="{E92712AF-12E2-4399-B1E6-BA7AFD5CF0E9}"/>
                </a:ext>
              </a:extLst>
            </p:cNvPr>
            <p:cNvPicPr>
              <a:picLocks noChangeAspect="1"/>
            </p:cNvPicPr>
            <p:nvPr/>
          </p:nvPicPr>
          <p:blipFill rotWithShape="1">
            <a:blip r:embed="rId7"/>
            <a:srcRect l="9905" t="12916" r="84548" b="67149"/>
            <a:stretch/>
          </p:blipFill>
          <p:spPr>
            <a:xfrm>
              <a:off x="1982522" y="2738509"/>
              <a:ext cx="237387" cy="269038"/>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pic>
          <p:nvPicPr>
            <p:cNvPr id="18" name="Picture 17">
              <a:extLst>
                <a:ext uri="{FF2B5EF4-FFF2-40B4-BE49-F238E27FC236}">
                  <a16:creationId xmlns:a16="http://schemas.microsoft.com/office/drawing/2014/main" id="{23B5B4FB-456C-4E2B-B2D5-47E140B5E1F5}"/>
                </a:ext>
              </a:extLst>
            </p:cNvPr>
            <p:cNvPicPr>
              <a:picLocks noChangeAspect="1"/>
            </p:cNvPicPr>
            <p:nvPr/>
          </p:nvPicPr>
          <p:blipFill rotWithShape="1">
            <a:blip r:embed="rId7"/>
            <a:srcRect l="9905" t="12916" r="84548" b="67149"/>
            <a:stretch/>
          </p:blipFill>
          <p:spPr>
            <a:xfrm>
              <a:off x="890813" y="3839318"/>
              <a:ext cx="237387" cy="269038"/>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19" name="Picture 18">
              <a:extLst>
                <a:ext uri="{FF2B5EF4-FFF2-40B4-BE49-F238E27FC236}">
                  <a16:creationId xmlns:a16="http://schemas.microsoft.com/office/drawing/2014/main" id="{5FA4C04F-271E-4063-B54D-D13F2C440F1E}"/>
                </a:ext>
              </a:extLst>
            </p:cNvPr>
            <p:cNvPicPr>
              <a:picLocks noChangeAspect="1"/>
            </p:cNvPicPr>
            <p:nvPr/>
          </p:nvPicPr>
          <p:blipFill rotWithShape="1">
            <a:blip r:embed="rId7"/>
            <a:srcRect l="9905" t="12916" r="84548" b="67149"/>
            <a:stretch/>
          </p:blipFill>
          <p:spPr>
            <a:xfrm>
              <a:off x="1898428" y="3485340"/>
              <a:ext cx="237387" cy="269038"/>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20" name="Picture 19">
              <a:extLst>
                <a:ext uri="{FF2B5EF4-FFF2-40B4-BE49-F238E27FC236}">
                  <a16:creationId xmlns:a16="http://schemas.microsoft.com/office/drawing/2014/main" id="{98914D56-CBE3-4709-8C7D-FD62AC44AB6E}"/>
                </a:ext>
              </a:extLst>
            </p:cNvPr>
            <p:cNvPicPr>
              <a:picLocks noChangeAspect="1"/>
            </p:cNvPicPr>
            <p:nvPr/>
          </p:nvPicPr>
          <p:blipFill rotWithShape="1">
            <a:blip r:embed="rId7"/>
            <a:srcRect l="9905" t="12916" r="84548" b="67149"/>
            <a:stretch/>
          </p:blipFill>
          <p:spPr>
            <a:xfrm>
              <a:off x="1804174" y="3997323"/>
              <a:ext cx="237387" cy="269038"/>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grpSp>
      <p:sp>
        <p:nvSpPr>
          <p:cNvPr id="21" name="Arrow: Right 20">
            <a:extLst>
              <a:ext uri="{FF2B5EF4-FFF2-40B4-BE49-F238E27FC236}">
                <a16:creationId xmlns:a16="http://schemas.microsoft.com/office/drawing/2014/main" id="{AE2D0A59-6236-49CB-AE8A-125E1F533500}"/>
              </a:ext>
            </a:extLst>
          </p:cNvPr>
          <p:cNvSpPr/>
          <p:nvPr/>
        </p:nvSpPr>
        <p:spPr>
          <a:xfrm>
            <a:off x="1852304" y="3172391"/>
            <a:ext cx="1139188" cy="198446"/>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0FA8D45-8E33-45A3-B2F9-B3893147FAE6}"/>
              </a:ext>
            </a:extLst>
          </p:cNvPr>
          <p:cNvSpPr txBox="1"/>
          <p:nvPr/>
        </p:nvSpPr>
        <p:spPr>
          <a:xfrm>
            <a:off x="1862939" y="2148522"/>
            <a:ext cx="1118577" cy="1027617"/>
          </a:xfrm>
          <a:prstGeom prst="rect">
            <a:avLst/>
          </a:prstGeom>
        </p:spPr>
        <p:txBody>
          <a:bodyPr wrap="square" lIns="0" tIns="0" rIns="0" bIns="0" rtlCol="0" anchor="t">
            <a:normAutofit/>
          </a:bodyPr>
          <a:lstStyle/>
          <a:p>
            <a:pPr algn="l"/>
            <a:r>
              <a:rPr lang="en-IN" sz="1400" dirty="0">
                <a:solidFill>
                  <a:schemeClr val="accent1"/>
                </a:solidFill>
              </a:rPr>
              <a:t>Micro clusters using K-Means </a:t>
            </a:r>
          </a:p>
          <a:p>
            <a:pPr algn="l"/>
            <a:r>
              <a:rPr lang="en-IN" sz="1400" dirty="0">
                <a:solidFill>
                  <a:schemeClr val="accent1"/>
                </a:solidFill>
              </a:rPr>
              <a:t>Clustering</a:t>
            </a:r>
            <a:endParaRPr lang="en-US" sz="1400" dirty="0">
              <a:solidFill>
                <a:schemeClr val="accent1"/>
              </a:solidFill>
            </a:endParaRPr>
          </a:p>
        </p:txBody>
      </p:sp>
      <p:sp>
        <p:nvSpPr>
          <p:cNvPr id="23" name="TextBox 22">
            <a:extLst>
              <a:ext uri="{FF2B5EF4-FFF2-40B4-BE49-F238E27FC236}">
                <a16:creationId xmlns:a16="http://schemas.microsoft.com/office/drawing/2014/main" id="{FCBFEE15-FC82-4D9D-8CE8-3D5A41CE4215}"/>
              </a:ext>
            </a:extLst>
          </p:cNvPr>
          <p:cNvSpPr txBox="1"/>
          <p:nvPr/>
        </p:nvSpPr>
        <p:spPr>
          <a:xfrm>
            <a:off x="218730" y="5224921"/>
            <a:ext cx="1626851" cy="914400"/>
          </a:xfrm>
          <a:prstGeom prst="rect">
            <a:avLst/>
          </a:prstGeom>
          <a:ln>
            <a:solidFill>
              <a:schemeClr val="tx1"/>
            </a:solidFill>
          </a:ln>
        </p:spPr>
        <p:txBody>
          <a:bodyPr wrap="none" lIns="0" tIns="0" rIns="0" bIns="0" rtlCol="0" anchor="t">
            <a:normAutofit/>
          </a:bodyPr>
          <a:lstStyle/>
          <a:p>
            <a:pPr algn="l"/>
            <a:r>
              <a:rPr lang="en-IN" sz="1600" dirty="0"/>
              <a:t>Initial pool </a:t>
            </a:r>
          </a:p>
          <a:p>
            <a:pPr algn="l"/>
            <a:r>
              <a:rPr lang="en-IN" sz="1600" dirty="0"/>
              <a:t>of test customers</a:t>
            </a:r>
            <a:endParaRPr lang="en-US" sz="2000" b="0" dirty="0"/>
          </a:p>
        </p:txBody>
      </p:sp>
      <p:pic>
        <p:nvPicPr>
          <p:cNvPr id="24" name="Picture 23">
            <a:extLst>
              <a:ext uri="{FF2B5EF4-FFF2-40B4-BE49-F238E27FC236}">
                <a16:creationId xmlns:a16="http://schemas.microsoft.com/office/drawing/2014/main" id="{0BC81C48-520D-4509-BC3A-574464D900F3}"/>
              </a:ext>
            </a:extLst>
          </p:cNvPr>
          <p:cNvPicPr>
            <a:picLocks noChangeAspect="1"/>
          </p:cNvPicPr>
          <p:nvPr/>
        </p:nvPicPr>
        <p:blipFill rotWithShape="1">
          <a:blip r:embed="rId7"/>
          <a:srcRect l="9905" t="12916" r="84548" b="67149"/>
          <a:stretch/>
        </p:blipFill>
        <p:spPr>
          <a:xfrm>
            <a:off x="1617827" y="3441001"/>
            <a:ext cx="201448" cy="226960"/>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pic>
        <p:nvPicPr>
          <p:cNvPr id="25" name="Picture 24">
            <a:extLst>
              <a:ext uri="{FF2B5EF4-FFF2-40B4-BE49-F238E27FC236}">
                <a16:creationId xmlns:a16="http://schemas.microsoft.com/office/drawing/2014/main" id="{DB0D58A8-E180-4541-A07D-604C6400E16E}"/>
              </a:ext>
            </a:extLst>
          </p:cNvPr>
          <p:cNvPicPr>
            <a:picLocks noChangeAspect="1"/>
          </p:cNvPicPr>
          <p:nvPr/>
        </p:nvPicPr>
        <p:blipFill rotWithShape="1">
          <a:blip r:embed="rId7"/>
          <a:srcRect l="9905" t="12916" r="84548" b="67149"/>
          <a:stretch/>
        </p:blipFill>
        <p:spPr>
          <a:xfrm>
            <a:off x="1364703" y="3446007"/>
            <a:ext cx="201448" cy="226960"/>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grpSp>
        <p:nvGrpSpPr>
          <p:cNvPr id="26" name="Group 25">
            <a:extLst>
              <a:ext uri="{FF2B5EF4-FFF2-40B4-BE49-F238E27FC236}">
                <a16:creationId xmlns:a16="http://schemas.microsoft.com/office/drawing/2014/main" id="{C5D397C1-251C-4DCB-B9E8-ED459A744B59}"/>
              </a:ext>
            </a:extLst>
          </p:cNvPr>
          <p:cNvGrpSpPr/>
          <p:nvPr/>
        </p:nvGrpSpPr>
        <p:grpSpPr>
          <a:xfrm>
            <a:off x="2938215" y="2325233"/>
            <a:ext cx="2015854" cy="1934973"/>
            <a:chOff x="3441910" y="2535291"/>
            <a:chExt cx="2015854" cy="1934973"/>
          </a:xfrm>
        </p:grpSpPr>
        <p:grpSp>
          <p:nvGrpSpPr>
            <p:cNvPr id="27" name="Group 26">
              <a:extLst>
                <a:ext uri="{FF2B5EF4-FFF2-40B4-BE49-F238E27FC236}">
                  <a16:creationId xmlns:a16="http://schemas.microsoft.com/office/drawing/2014/main" id="{264F0A8A-3919-4D73-890F-209B6B78A75F}"/>
                </a:ext>
              </a:extLst>
            </p:cNvPr>
            <p:cNvGrpSpPr/>
            <p:nvPr/>
          </p:nvGrpSpPr>
          <p:grpSpPr>
            <a:xfrm>
              <a:off x="3696066" y="2627720"/>
              <a:ext cx="711214" cy="816369"/>
              <a:chOff x="3734044" y="2373068"/>
              <a:chExt cx="711214" cy="816369"/>
            </a:xfrm>
          </p:grpSpPr>
          <p:pic>
            <p:nvPicPr>
              <p:cNvPr id="49" name="Picture 48">
                <a:extLst>
                  <a:ext uri="{FF2B5EF4-FFF2-40B4-BE49-F238E27FC236}">
                    <a16:creationId xmlns:a16="http://schemas.microsoft.com/office/drawing/2014/main" id="{45433A22-D35E-414F-B05D-0612C51F2926}"/>
                  </a:ext>
                </a:extLst>
              </p:cNvPr>
              <p:cNvPicPr>
                <a:picLocks noChangeAspect="1"/>
              </p:cNvPicPr>
              <p:nvPr/>
            </p:nvPicPr>
            <p:blipFill rotWithShape="1">
              <a:blip r:embed="rId7"/>
              <a:srcRect l="9905" t="12916" r="84548" b="67149"/>
              <a:stretch/>
            </p:blipFill>
            <p:spPr>
              <a:xfrm rot="1005784">
                <a:off x="3961510" y="2920399"/>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grpSp>
            <p:nvGrpSpPr>
              <p:cNvPr id="50" name="Group 49">
                <a:extLst>
                  <a:ext uri="{FF2B5EF4-FFF2-40B4-BE49-F238E27FC236}">
                    <a16:creationId xmlns:a16="http://schemas.microsoft.com/office/drawing/2014/main" id="{13AD9057-D564-4DA9-AC9E-B48071885A10}"/>
                  </a:ext>
                </a:extLst>
              </p:cNvPr>
              <p:cNvGrpSpPr/>
              <p:nvPr/>
            </p:nvGrpSpPr>
            <p:grpSpPr>
              <a:xfrm>
                <a:off x="3734044" y="2373068"/>
                <a:ext cx="711214" cy="703443"/>
                <a:chOff x="3903332" y="2358527"/>
                <a:chExt cx="711214" cy="703443"/>
              </a:xfrm>
            </p:grpSpPr>
            <p:pic>
              <p:nvPicPr>
                <p:cNvPr id="51" name="Picture 50">
                  <a:extLst>
                    <a:ext uri="{FF2B5EF4-FFF2-40B4-BE49-F238E27FC236}">
                      <a16:creationId xmlns:a16="http://schemas.microsoft.com/office/drawing/2014/main" id="{302300EC-F102-402A-8250-FBF680AEE4C8}"/>
                    </a:ext>
                  </a:extLst>
                </p:cNvPr>
                <p:cNvPicPr>
                  <a:picLocks noChangeAspect="1"/>
                </p:cNvPicPr>
                <p:nvPr/>
              </p:nvPicPr>
              <p:blipFill rotWithShape="1">
                <a:blip r:embed="rId7"/>
                <a:srcRect l="9905" t="12916" r="84548" b="67149"/>
                <a:stretch/>
              </p:blipFill>
              <p:spPr>
                <a:xfrm rot="1005784">
                  <a:off x="4055827" y="2358527"/>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52" name="Picture 51">
                  <a:extLst>
                    <a:ext uri="{FF2B5EF4-FFF2-40B4-BE49-F238E27FC236}">
                      <a16:creationId xmlns:a16="http://schemas.microsoft.com/office/drawing/2014/main" id="{E67BC323-6243-4EAF-8B57-43F91FF4284C}"/>
                    </a:ext>
                  </a:extLst>
                </p:cNvPr>
                <p:cNvPicPr>
                  <a:picLocks noChangeAspect="1"/>
                </p:cNvPicPr>
                <p:nvPr/>
              </p:nvPicPr>
              <p:blipFill rotWithShape="1">
                <a:blip r:embed="rId7"/>
                <a:srcRect l="9905" t="12916" r="84548" b="67149"/>
                <a:stretch/>
              </p:blipFill>
              <p:spPr>
                <a:xfrm rot="1005784">
                  <a:off x="4208227" y="2510927"/>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53" name="Picture 52">
                  <a:extLst>
                    <a:ext uri="{FF2B5EF4-FFF2-40B4-BE49-F238E27FC236}">
                      <a16:creationId xmlns:a16="http://schemas.microsoft.com/office/drawing/2014/main" id="{F92069CE-41C5-4E70-B2F4-2C40182B1709}"/>
                    </a:ext>
                  </a:extLst>
                </p:cNvPr>
                <p:cNvPicPr>
                  <a:picLocks noChangeAspect="1"/>
                </p:cNvPicPr>
                <p:nvPr/>
              </p:nvPicPr>
              <p:blipFill rotWithShape="1">
                <a:blip r:embed="rId7"/>
                <a:srcRect l="9905" t="12916" r="84548" b="67149"/>
                <a:stretch/>
              </p:blipFill>
              <p:spPr>
                <a:xfrm rot="1005784">
                  <a:off x="3903332" y="2733199"/>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54" name="Picture 53">
                  <a:extLst>
                    <a:ext uri="{FF2B5EF4-FFF2-40B4-BE49-F238E27FC236}">
                      <a16:creationId xmlns:a16="http://schemas.microsoft.com/office/drawing/2014/main" id="{1E41B3E0-2C06-454F-9BAF-28CD34C7BC5A}"/>
                    </a:ext>
                  </a:extLst>
                </p:cNvPr>
                <p:cNvPicPr>
                  <a:picLocks noChangeAspect="1"/>
                </p:cNvPicPr>
                <p:nvPr/>
              </p:nvPicPr>
              <p:blipFill rotWithShape="1">
                <a:blip r:embed="rId7"/>
                <a:srcRect l="9905" t="12916" r="84548" b="67149"/>
                <a:stretch/>
              </p:blipFill>
              <p:spPr>
                <a:xfrm rot="1005784">
                  <a:off x="4377159" y="2792932"/>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grpSp>
        </p:grpSp>
        <p:grpSp>
          <p:nvGrpSpPr>
            <p:cNvPr id="28" name="Group 27">
              <a:extLst>
                <a:ext uri="{FF2B5EF4-FFF2-40B4-BE49-F238E27FC236}">
                  <a16:creationId xmlns:a16="http://schemas.microsoft.com/office/drawing/2014/main" id="{083A7D3B-88EE-4C18-AF73-CA93C436C6F1}"/>
                </a:ext>
              </a:extLst>
            </p:cNvPr>
            <p:cNvGrpSpPr/>
            <p:nvPr/>
          </p:nvGrpSpPr>
          <p:grpSpPr>
            <a:xfrm>
              <a:off x="3441910" y="3540393"/>
              <a:ext cx="823481" cy="754865"/>
              <a:chOff x="3632435" y="3552709"/>
              <a:chExt cx="823481" cy="754865"/>
            </a:xfrm>
          </p:grpSpPr>
          <p:pic>
            <p:nvPicPr>
              <p:cNvPr id="42" name="Picture 41">
                <a:extLst>
                  <a:ext uri="{FF2B5EF4-FFF2-40B4-BE49-F238E27FC236}">
                    <a16:creationId xmlns:a16="http://schemas.microsoft.com/office/drawing/2014/main" id="{EF778755-77C1-49ED-9517-EF3A759AB8E4}"/>
                  </a:ext>
                </a:extLst>
              </p:cNvPr>
              <p:cNvPicPr>
                <a:picLocks noChangeAspect="1"/>
              </p:cNvPicPr>
              <p:nvPr/>
            </p:nvPicPr>
            <p:blipFill rotWithShape="1">
              <a:blip r:embed="rId7"/>
              <a:srcRect l="9905" t="12916" r="84548" b="67149"/>
              <a:stretch/>
            </p:blipFill>
            <p:spPr>
              <a:xfrm rot="1701652">
                <a:off x="3954009" y="3955566"/>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grpSp>
            <p:nvGrpSpPr>
              <p:cNvPr id="43" name="Group 42">
                <a:extLst>
                  <a:ext uri="{FF2B5EF4-FFF2-40B4-BE49-F238E27FC236}">
                    <a16:creationId xmlns:a16="http://schemas.microsoft.com/office/drawing/2014/main" id="{E781E8A1-7B08-4712-9146-DDBFC25412CC}"/>
                  </a:ext>
                </a:extLst>
              </p:cNvPr>
              <p:cNvGrpSpPr/>
              <p:nvPr/>
            </p:nvGrpSpPr>
            <p:grpSpPr>
              <a:xfrm>
                <a:off x="3632435" y="3552709"/>
                <a:ext cx="823481" cy="754865"/>
                <a:chOff x="3799473" y="3560865"/>
                <a:chExt cx="823481" cy="754865"/>
              </a:xfrm>
            </p:grpSpPr>
            <p:grpSp>
              <p:nvGrpSpPr>
                <p:cNvPr id="44" name="Group 43">
                  <a:extLst>
                    <a:ext uri="{FF2B5EF4-FFF2-40B4-BE49-F238E27FC236}">
                      <a16:creationId xmlns:a16="http://schemas.microsoft.com/office/drawing/2014/main" id="{C51FF673-A624-4098-83B5-7AE801503A6E}"/>
                    </a:ext>
                  </a:extLst>
                </p:cNvPr>
                <p:cNvGrpSpPr/>
                <p:nvPr/>
              </p:nvGrpSpPr>
              <p:grpSpPr>
                <a:xfrm>
                  <a:off x="3799473" y="3575705"/>
                  <a:ext cx="823481" cy="740025"/>
                  <a:chOff x="3799473" y="3575705"/>
                  <a:chExt cx="823481" cy="740025"/>
                </a:xfrm>
              </p:grpSpPr>
              <p:pic>
                <p:nvPicPr>
                  <p:cNvPr id="46" name="Picture 45">
                    <a:extLst>
                      <a:ext uri="{FF2B5EF4-FFF2-40B4-BE49-F238E27FC236}">
                        <a16:creationId xmlns:a16="http://schemas.microsoft.com/office/drawing/2014/main" id="{C0CDB338-06F8-417E-A452-6AD5E506B904}"/>
                      </a:ext>
                    </a:extLst>
                  </p:cNvPr>
                  <p:cNvPicPr>
                    <a:picLocks noChangeAspect="1"/>
                  </p:cNvPicPr>
                  <p:nvPr/>
                </p:nvPicPr>
                <p:blipFill rotWithShape="1">
                  <a:blip r:embed="rId7"/>
                  <a:srcRect l="9905" t="12916" r="84548" b="67149"/>
                  <a:stretch/>
                </p:blipFill>
                <p:spPr>
                  <a:xfrm rot="1701652">
                    <a:off x="3946215" y="3575705"/>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pic>
                <p:nvPicPr>
                  <p:cNvPr id="47" name="Picture 46">
                    <a:extLst>
                      <a:ext uri="{FF2B5EF4-FFF2-40B4-BE49-F238E27FC236}">
                        <a16:creationId xmlns:a16="http://schemas.microsoft.com/office/drawing/2014/main" id="{B138C579-FDE7-4D21-8D53-1D30695FEE14}"/>
                      </a:ext>
                    </a:extLst>
                  </p:cNvPr>
                  <p:cNvPicPr>
                    <a:picLocks noChangeAspect="1"/>
                  </p:cNvPicPr>
                  <p:nvPr/>
                </p:nvPicPr>
                <p:blipFill rotWithShape="1">
                  <a:blip r:embed="rId7"/>
                  <a:srcRect l="9905" t="12916" r="84548" b="67149"/>
                  <a:stretch/>
                </p:blipFill>
                <p:spPr>
                  <a:xfrm rot="1701652">
                    <a:off x="4379202" y="4041108"/>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pic>
                <p:nvPicPr>
                  <p:cNvPr id="48" name="Picture 47">
                    <a:extLst>
                      <a:ext uri="{FF2B5EF4-FFF2-40B4-BE49-F238E27FC236}">
                        <a16:creationId xmlns:a16="http://schemas.microsoft.com/office/drawing/2014/main" id="{1180DA3F-C23A-48C8-BEFF-FAB252DC1CE6}"/>
                      </a:ext>
                    </a:extLst>
                  </p:cNvPr>
                  <p:cNvPicPr>
                    <a:picLocks noChangeAspect="1"/>
                  </p:cNvPicPr>
                  <p:nvPr/>
                </p:nvPicPr>
                <p:blipFill rotWithShape="1">
                  <a:blip r:embed="rId7"/>
                  <a:srcRect l="9905" t="12916" r="84548" b="67149"/>
                  <a:stretch/>
                </p:blipFill>
                <p:spPr>
                  <a:xfrm rot="1701652">
                    <a:off x="3799473" y="3787825"/>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grpSp>
            <p:pic>
              <p:nvPicPr>
                <p:cNvPr id="45" name="Picture 44">
                  <a:extLst>
                    <a:ext uri="{FF2B5EF4-FFF2-40B4-BE49-F238E27FC236}">
                      <a16:creationId xmlns:a16="http://schemas.microsoft.com/office/drawing/2014/main" id="{5182AE8C-B3BB-45F9-A3F7-4D1DB08137C7}"/>
                    </a:ext>
                  </a:extLst>
                </p:cNvPr>
                <p:cNvPicPr>
                  <a:picLocks noChangeAspect="1"/>
                </p:cNvPicPr>
                <p:nvPr/>
              </p:nvPicPr>
              <p:blipFill rotWithShape="1">
                <a:blip r:embed="rId7"/>
                <a:srcRect l="9905" t="12916" r="84548" b="67149"/>
                <a:stretch/>
              </p:blipFill>
              <p:spPr>
                <a:xfrm rot="1701652">
                  <a:off x="4259829" y="3560865"/>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grpSp>
        </p:grpSp>
        <p:grpSp>
          <p:nvGrpSpPr>
            <p:cNvPr id="29" name="Group 28">
              <a:extLst>
                <a:ext uri="{FF2B5EF4-FFF2-40B4-BE49-F238E27FC236}">
                  <a16:creationId xmlns:a16="http://schemas.microsoft.com/office/drawing/2014/main" id="{BC650A59-AD47-4F04-AE53-FFA8E4AD8AAC}"/>
                </a:ext>
              </a:extLst>
            </p:cNvPr>
            <p:cNvGrpSpPr/>
            <p:nvPr/>
          </p:nvGrpSpPr>
          <p:grpSpPr>
            <a:xfrm>
              <a:off x="4480917" y="2535291"/>
              <a:ext cx="976847" cy="996634"/>
              <a:chOff x="5155719" y="2126886"/>
              <a:chExt cx="976847" cy="996634"/>
            </a:xfrm>
          </p:grpSpPr>
          <p:pic>
            <p:nvPicPr>
              <p:cNvPr id="36" name="Picture 35">
                <a:extLst>
                  <a:ext uri="{FF2B5EF4-FFF2-40B4-BE49-F238E27FC236}">
                    <a16:creationId xmlns:a16="http://schemas.microsoft.com/office/drawing/2014/main" id="{37492A6A-3E54-43F7-8FEF-5BB462056CF8}"/>
                  </a:ext>
                </a:extLst>
              </p:cNvPr>
              <p:cNvPicPr>
                <a:picLocks noChangeAspect="1"/>
              </p:cNvPicPr>
              <p:nvPr/>
            </p:nvPicPr>
            <p:blipFill rotWithShape="1">
              <a:blip r:embed="rId7"/>
              <a:srcRect l="9905" t="12916" r="84548" b="67149"/>
              <a:stretch/>
            </p:blipFill>
            <p:spPr>
              <a:xfrm rot="1987493">
                <a:off x="5393915" y="2350549"/>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37" name="Picture 36">
                <a:extLst>
                  <a:ext uri="{FF2B5EF4-FFF2-40B4-BE49-F238E27FC236}">
                    <a16:creationId xmlns:a16="http://schemas.microsoft.com/office/drawing/2014/main" id="{165681A2-CC11-47BB-A792-5C7C1543C437}"/>
                  </a:ext>
                </a:extLst>
              </p:cNvPr>
              <p:cNvPicPr>
                <a:picLocks noChangeAspect="1"/>
              </p:cNvPicPr>
              <p:nvPr/>
            </p:nvPicPr>
            <p:blipFill rotWithShape="1">
              <a:blip r:embed="rId7"/>
              <a:srcRect l="9905" t="12916" r="84548" b="67149"/>
              <a:stretch/>
            </p:blipFill>
            <p:spPr>
              <a:xfrm rot="1987493">
                <a:off x="5394815" y="2821436"/>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38" name="Picture 37">
                <a:extLst>
                  <a:ext uri="{FF2B5EF4-FFF2-40B4-BE49-F238E27FC236}">
                    <a16:creationId xmlns:a16="http://schemas.microsoft.com/office/drawing/2014/main" id="{E0EFEFF5-7108-48EA-A669-1A25E0F44C72}"/>
                  </a:ext>
                </a:extLst>
              </p:cNvPr>
              <p:cNvPicPr>
                <a:picLocks noChangeAspect="1"/>
              </p:cNvPicPr>
              <p:nvPr/>
            </p:nvPicPr>
            <p:blipFill rotWithShape="1">
              <a:blip r:embed="rId7"/>
              <a:srcRect l="9905" t="12916" r="84548" b="67149"/>
              <a:stretch/>
            </p:blipFill>
            <p:spPr>
              <a:xfrm rot="1987493">
                <a:off x="5256443" y="2517344"/>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39" name="Picture 38">
                <a:extLst>
                  <a:ext uri="{FF2B5EF4-FFF2-40B4-BE49-F238E27FC236}">
                    <a16:creationId xmlns:a16="http://schemas.microsoft.com/office/drawing/2014/main" id="{48B82A75-C01C-420D-9998-572E4C65D411}"/>
                  </a:ext>
                </a:extLst>
              </p:cNvPr>
              <p:cNvPicPr>
                <a:picLocks noChangeAspect="1"/>
              </p:cNvPicPr>
              <p:nvPr/>
            </p:nvPicPr>
            <p:blipFill rotWithShape="1">
              <a:blip r:embed="rId7"/>
              <a:srcRect l="9905" t="12916" r="84548" b="67149"/>
              <a:stretch/>
            </p:blipFill>
            <p:spPr>
              <a:xfrm rot="1987493">
                <a:off x="5864439" y="2566742"/>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40" name="Picture 39">
                <a:extLst>
                  <a:ext uri="{FF2B5EF4-FFF2-40B4-BE49-F238E27FC236}">
                    <a16:creationId xmlns:a16="http://schemas.microsoft.com/office/drawing/2014/main" id="{B7730B90-0BCC-4956-8DFB-4FA408199232}"/>
                  </a:ext>
                </a:extLst>
              </p:cNvPr>
              <p:cNvPicPr>
                <a:picLocks noChangeAspect="1"/>
              </p:cNvPicPr>
              <p:nvPr/>
            </p:nvPicPr>
            <p:blipFill rotWithShape="1">
              <a:blip r:embed="rId7"/>
              <a:srcRect l="9905" t="12916" r="84548" b="67149"/>
              <a:stretch/>
            </p:blipFill>
            <p:spPr>
              <a:xfrm rot="1987493">
                <a:off x="5732835" y="2126886"/>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41" name="Picture 40">
                <a:extLst>
                  <a:ext uri="{FF2B5EF4-FFF2-40B4-BE49-F238E27FC236}">
                    <a16:creationId xmlns:a16="http://schemas.microsoft.com/office/drawing/2014/main" id="{CB348E31-DBD9-4137-AE77-33B7DEB364C7}"/>
                  </a:ext>
                </a:extLst>
              </p:cNvPr>
              <p:cNvPicPr>
                <a:picLocks noChangeAspect="1"/>
              </p:cNvPicPr>
              <p:nvPr/>
            </p:nvPicPr>
            <p:blipFill rotWithShape="1">
              <a:blip r:embed="rId7"/>
              <a:srcRect l="9905" t="12916" r="84548" b="67149"/>
              <a:stretch/>
            </p:blipFill>
            <p:spPr>
              <a:xfrm rot="1987493">
                <a:off x="5155719" y="2205672"/>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grpSp>
        <p:grpSp>
          <p:nvGrpSpPr>
            <p:cNvPr id="30" name="Group 29">
              <a:extLst>
                <a:ext uri="{FF2B5EF4-FFF2-40B4-BE49-F238E27FC236}">
                  <a16:creationId xmlns:a16="http://schemas.microsoft.com/office/drawing/2014/main" id="{74BBACCF-A1EE-400B-8DB0-3DD3FB46DEC6}"/>
                </a:ext>
              </a:extLst>
            </p:cNvPr>
            <p:cNvGrpSpPr/>
            <p:nvPr/>
          </p:nvGrpSpPr>
          <p:grpSpPr>
            <a:xfrm>
              <a:off x="4599416" y="3690858"/>
              <a:ext cx="771619" cy="779406"/>
              <a:chOff x="5144525" y="3519929"/>
              <a:chExt cx="771619" cy="779406"/>
            </a:xfrm>
          </p:grpSpPr>
          <p:pic>
            <p:nvPicPr>
              <p:cNvPr id="31" name="Picture 30">
                <a:extLst>
                  <a:ext uri="{FF2B5EF4-FFF2-40B4-BE49-F238E27FC236}">
                    <a16:creationId xmlns:a16="http://schemas.microsoft.com/office/drawing/2014/main" id="{4AE6959D-0550-484A-ADF6-DAF4FFFB5D26}"/>
                  </a:ext>
                </a:extLst>
              </p:cNvPr>
              <p:cNvPicPr>
                <a:picLocks noChangeAspect="1"/>
              </p:cNvPicPr>
              <p:nvPr/>
            </p:nvPicPr>
            <p:blipFill rotWithShape="1">
              <a:blip r:embed="rId7"/>
              <a:srcRect l="9905" t="12916" r="84548" b="67149"/>
              <a:stretch/>
            </p:blipFill>
            <p:spPr>
              <a:xfrm rot="2316403">
                <a:off x="5345973" y="3519929"/>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32" name="Picture 31">
                <a:extLst>
                  <a:ext uri="{FF2B5EF4-FFF2-40B4-BE49-F238E27FC236}">
                    <a16:creationId xmlns:a16="http://schemas.microsoft.com/office/drawing/2014/main" id="{CA7FE6DC-7167-437A-B0E1-0B500CABE015}"/>
                  </a:ext>
                </a:extLst>
              </p:cNvPr>
              <p:cNvPicPr>
                <a:picLocks noChangeAspect="1"/>
              </p:cNvPicPr>
              <p:nvPr/>
            </p:nvPicPr>
            <p:blipFill rotWithShape="1">
              <a:blip r:embed="rId7"/>
              <a:srcRect l="9905" t="12916" r="84548" b="67149"/>
              <a:stretch/>
            </p:blipFill>
            <p:spPr>
              <a:xfrm rot="2316403">
                <a:off x="5672392" y="3522954"/>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33" name="Picture 32">
                <a:extLst>
                  <a:ext uri="{FF2B5EF4-FFF2-40B4-BE49-F238E27FC236}">
                    <a16:creationId xmlns:a16="http://schemas.microsoft.com/office/drawing/2014/main" id="{EDD1E2E3-FB29-4FA0-B3FB-604DC950731A}"/>
                  </a:ext>
                </a:extLst>
              </p:cNvPr>
              <p:cNvPicPr>
                <a:picLocks noChangeAspect="1"/>
              </p:cNvPicPr>
              <p:nvPr/>
            </p:nvPicPr>
            <p:blipFill rotWithShape="1">
              <a:blip r:embed="rId7"/>
              <a:srcRect l="9905" t="12916" r="84548" b="67149"/>
              <a:stretch/>
            </p:blipFill>
            <p:spPr>
              <a:xfrm rot="2316403">
                <a:off x="5144525" y="3679351"/>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34" name="Picture 33">
                <a:extLst>
                  <a:ext uri="{FF2B5EF4-FFF2-40B4-BE49-F238E27FC236}">
                    <a16:creationId xmlns:a16="http://schemas.microsoft.com/office/drawing/2014/main" id="{2A74D43B-6F98-428E-AEDC-1B321F426298}"/>
                  </a:ext>
                </a:extLst>
              </p:cNvPr>
              <p:cNvPicPr>
                <a:picLocks noChangeAspect="1"/>
              </p:cNvPicPr>
              <p:nvPr/>
            </p:nvPicPr>
            <p:blipFill rotWithShape="1">
              <a:blip r:embed="rId7"/>
              <a:srcRect l="9905" t="12916" r="84548" b="67149"/>
              <a:stretch/>
            </p:blipFill>
            <p:spPr>
              <a:xfrm rot="2316403">
                <a:off x="5325442" y="4024713"/>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35" name="Picture 34">
                <a:extLst>
                  <a:ext uri="{FF2B5EF4-FFF2-40B4-BE49-F238E27FC236}">
                    <a16:creationId xmlns:a16="http://schemas.microsoft.com/office/drawing/2014/main" id="{5EA7AE67-CD89-44EF-93E8-B70039A73553}"/>
                  </a:ext>
                </a:extLst>
              </p:cNvPr>
              <p:cNvPicPr>
                <a:picLocks noChangeAspect="1"/>
              </p:cNvPicPr>
              <p:nvPr/>
            </p:nvPicPr>
            <p:blipFill rotWithShape="1">
              <a:blip r:embed="rId7"/>
              <a:srcRect l="9905" t="12916" r="84548" b="67149"/>
              <a:stretch/>
            </p:blipFill>
            <p:spPr>
              <a:xfrm rot="2316403">
                <a:off x="5648145" y="3938550"/>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grpSp>
      </p:grpSp>
      <p:grpSp>
        <p:nvGrpSpPr>
          <p:cNvPr id="55" name="Group 54">
            <a:extLst>
              <a:ext uri="{FF2B5EF4-FFF2-40B4-BE49-F238E27FC236}">
                <a16:creationId xmlns:a16="http://schemas.microsoft.com/office/drawing/2014/main" id="{09A7DD23-6613-4EB9-AB6C-ED74EF325768}"/>
              </a:ext>
            </a:extLst>
          </p:cNvPr>
          <p:cNvGrpSpPr/>
          <p:nvPr/>
        </p:nvGrpSpPr>
        <p:grpSpPr>
          <a:xfrm>
            <a:off x="6469043" y="2147347"/>
            <a:ext cx="2160224" cy="2076190"/>
            <a:chOff x="6791210" y="2498246"/>
            <a:chExt cx="2160224" cy="2076190"/>
          </a:xfrm>
        </p:grpSpPr>
        <p:grpSp>
          <p:nvGrpSpPr>
            <p:cNvPr id="56" name="Group 55">
              <a:extLst>
                <a:ext uri="{FF2B5EF4-FFF2-40B4-BE49-F238E27FC236}">
                  <a16:creationId xmlns:a16="http://schemas.microsoft.com/office/drawing/2014/main" id="{2A260072-84CE-4E38-9E08-57F55312B87A}"/>
                </a:ext>
              </a:extLst>
            </p:cNvPr>
            <p:cNvGrpSpPr/>
            <p:nvPr/>
          </p:nvGrpSpPr>
          <p:grpSpPr>
            <a:xfrm>
              <a:off x="6900037" y="2689759"/>
              <a:ext cx="840111" cy="752401"/>
              <a:chOff x="6672133" y="2594738"/>
              <a:chExt cx="968820" cy="863313"/>
            </a:xfrm>
          </p:grpSpPr>
          <p:pic>
            <p:nvPicPr>
              <p:cNvPr id="88" name="Picture 87">
                <a:extLst>
                  <a:ext uri="{FF2B5EF4-FFF2-40B4-BE49-F238E27FC236}">
                    <a16:creationId xmlns:a16="http://schemas.microsoft.com/office/drawing/2014/main" id="{9CA464A5-D74E-40B0-B1D7-498D87A89436}"/>
                  </a:ext>
                </a:extLst>
              </p:cNvPr>
              <p:cNvPicPr>
                <a:picLocks noChangeAspect="1"/>
              </p:cNvPicPr>
              <p:nvPr/>
            </p:nvPicPr>
            <p:blipFill rotWithShape="1">
              <a:blip r:embed="rId7"/>
              <a:srcRect l="9905" t="12916" r="84548" b="67149"/>
              <a:stretch/>
            </p:blipFill>
            <p:spPr>
              <a:xfrm rot="1472551">
                <a:off x="7372826" y="2594738"/>
                <a:ext cx="268127" cy="302084"/>
              </a:xfrm>
              <a:prstGeom prst="rect">
                <a:avLst/>
              </a:prstGeom>
              <a:ln w="38100" cap="sq">
                <a:solidFill>
                  <a:schemeClr val="accent1">
                    <a:lumMod val="75000"/>
                  </a:schemeClr>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grpSp>
            <p:nvGrpSpPr>
              <p:cNvPr id="89" name="Group 88">
                <a:extLst>
                  <a:ext uri="{FF2B5EF4-FFF2-40B4-BE49-F238E27FC236}">
                    <a16:creationId xmlns:a16="http://schemas.microsoft.com/office/drawing/2014/main" id="{12DE6CEC-810B-4A94-AE1E-43E5D812EBE9}"/>
                  </a:ext>
                </a:extLst>
              </p:cNvPr>
              <p:cNvGrpSpPr/>
              <p:nvPr/>
            </p:nvGrpSpPr>
            <p:grpSpPr>
              <a:xfrm>
                <a:off x="6897407" y="2641682"/>
                <a:ext cx="711214" cy="816369"/>
                <a:chOff x="3734044" y="2373068"/>
                <a:chExt cx="711214" cy="816369"/>
              </a:xfrm>
            </p:grpSpPr>
            <p:pic>
              <p:nvPicPr>
                <p:cNvPr id="91" name="Picture 90">
                  <a:extLst>
                    <a:ext uri="{FF2B5EF4-FFF2-40B4-BE49-F238E27FC236}">
                      <a16:creationId xmlns:a16="http://schemas.microsoft.com/office/drawing/2014/main" id="{9D907F05-3106-4F28-B449-EFC3D3D53BC5}"/>
                    </a:ext>
                  </a:extLst>
                </p:cNvPr>
                <p:cNvPicPr>
                  <a:picLocks noChangeAspect="1"/>
                </p:cNvPicPr>
                <p:nvPr/>
              </p:nvPicPr>
              <p:blipFill rotWithShape="1">
                <a:blip r:embed="rId7"/>
                <a:srcRect l="9905" t="12916" r="84548" b="67149"/>
                <a:stretch/>
              </p:blipFill>
              <p:spPr>
                <a:xfrm rot="1005784">
                  <a:off x="3961510" y="2920399"/>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grpSp>
              <p:nvGrpSpPr>
                <p:cNvPr id="92" name="Group 91">
                  <a:extLst>
                    <a:ext uri="{FF2B5EF4-FFF2-40B4-BE49-F238E27FC236}">
                      <a16:creationId xmlns:a16="http://schemas.microsoft.com/office/drawing/2014/main" id="{227E5412-E2D3-451B-864C-4331E3387E17}"/>
                    </a:ext>
                  </a:extLst>
                </p:cNvPr>
                <p:cNvGrpSpPr/>
                <p:nvPr/>
              </p:nvGrpSpPr>
              <p:grpSpPr>
                <a:xfrm>
                  <a:off x="3734044" y="2373068"/>
                  <a:ext cx="711214" cy="703443"/>
                  <a:chOff x="3903332" y="2358527"/>
                  <a:chExt cx="711214" cy="703443"/>
                </a:xfrm>
              </p:grpSpPr>
              <p:pic>
                <p:nvPicPr>
                  <p:cNvPr id="93" name="Picture 92">
                    <a:extLst>
                      <a:ext uri="{FF2B5EF4-FFF2-40B4-BE49-F238E27FC236}">
                        <a16:creationId xmlns:a16="http://schemas.microsoft.com/office/drawing/2014/main" id="{11D508DE-206D-499C-9822-B4C6E5758DE5}"/>
                      </a:ext>
                    </a:extLst>
                  </p:cNvPr>
                  <p:cNvPicPr>
                    <a:picLocks noChangeAspect="1"/>
                  </p:cNvPicPr>
                  <p:nvPr/>
                </p:nvPicPr>
                <p:blipFill rotWithShape="1">
                  <a:blip r:embed="rId7"/>
                  <a:srcRect l="9905" t="12916" r="84548" b="67149"/>
                  <a:stretch/>
                </p:blipFill>
                <p:spPr>
                  <a:xfrm rot="1005784">
                    <a:off x="4055827" y="2358527"/>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94" name="Picture 93">
                    <a:extLst>
                      <a:ext uri="{FF2B5EF4-FFF2-40B4-BE49-F238E27FC236}">
                        <a16:creationId xmlns:a16="http://schemas.microsoft.com/office/drawing/2014/main" id="{33B247B9-5630-48EF-BE2F-846D40F8F66C}"/>
                      </a:ext>
                    </a:extLst>
                  </p:cNvPr>
                  <p:cNvPicPr>
                    <a:picLocks noChangeAspect="1"/>
                  </p:cNvPicPr>
                  <p:nvPr/>
                </p:nvPicPr>
                <p:blipFill rotWithShape="1">
                  <a:blip r:embed="rId7"/>
                  <a:srcRect l="9905" t="12916" r="84548" b="67149"/>
                  <a:stretch/>
                </p:blipFill>
                <p:spPr>
                  <a:xfrm rot="1005784">
                    <a:off x="4208227" y="2510927"/>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95" name="Picture 94">
                    <a:extLst>
                      <a:ext uri="{FF2B5EF4-FFF2-40B4-BE49-F238E27FC236}">
                        <a16:creationId xmlns:a16="http://schemas.microsoft.com/office/drawing/2014/main" id="{B7A0BC7D-EBDC-4BA6-9638-2A40E636D497}"/>
                      </a:ext>
                    </a:extLst>
                  </p:cNvPr>
                  <p:cNvPicPr>
                    <a:picLocks noChangeAspect="1"/>
                  </p:cNvPicPr>
                  <p:nvPr/>
                </p:nvPicPr>
                <p:blipFill rotWithShape="1">
                  <a:blip r:embed="rId7"/>
                  <a:srcRect l="9905" t="12916" r="84548" b="67149"/>
                  <a:stretch/>
                </p:blipFill>
                <p:spPr>
                  <a:xfrm rot="1005784">
                    <a:off x="3903332" y="2733199"/>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96" name="Picture 95">
                    <a:extLst>
                      <a:ext uri="{FF2B5EF4-FFF2-40B4-BE49-F238E27FC236}">
                        <a16:creationId xmlns:a16="http://schemas.microsoft.com/office/drawing/2014/main" id="{E45D12FD-9104-4F5B-9235-D8A439115FC1}"/>
                      </a:ext>
                    </a:extLst>
                  </p:cNvPr>
                  <p:cNvPicPr>
                    <a:picLocks noChangeAspect="1"/>
                  </p:cNvPicPr>
                  <p:nvPr/>
                </p:nvPicPr>
                <p:blipFill rotWithShape="1">
                  <a:blip r:embed="rId7"/>
                  <a:srcRect l="9905" t="12916" r="84548" b="67149"/>
                  <a:stretch/>
                </p:blipFill>
                <p:spPr>
                  <a:xfrm rot="1005784">
                    <a:off x="4377159" y="2792932"/>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grpSp>
          </p:grpSp>
          <p:pic>
            <p:nvPicPr>
              <p:cNvPr id="90" name="Picture 89">
                <a:extLst>
                  <a:ext uri="{FF2B5EF4-FFF2-40B4-BE49-F238E27FC236}">
                    <a16:creationId xmlns:a16="http://schemas.microsoft.com/office/drawing/2014/main" id="{643AF686-A6B7-4269-B769-FA5FB7EB266D}"/>
                  </a:ext>
                </a:extLst>
              </p:cNvPr>
              <p:cNvPicPr>
                <a:picLocks noChangeAspect="1"/>
              </p:cNvPicPr>
              <p:nvPr/>
            </p:nvPicPr>
            <p:blipFill rotWithShape="1">
              <a:blip r:embed="rId7"/>
              <a:srcRect l="9905" t="12916" r="84548" b="67149"/>
              <a:stretch/>
            </p:blipFill>
            <p:spPr>
              <a:xfrm rot="1472551">
                <a:off x="6672133" y="2664203"/>
                <a:ext cx="268127" cy="302084"/>
              </a:xfrm>
              <a:prstGeom prst="rect">
                <a:avLst/>
              </a:prstGeom>
              <a:ln w="38100" cap="sq">
                <a:solidFill>
                  <a:schemeClr val="accent1">
                    <a:lumMod val="75000"/>
                  </a:schemeClr>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grpSp>
        <p:grpSp>
          <p:nvGrpSpPr>
            <p:cNvPr id="57" name="Group 56">
              <a:extLst>
                <a:ext uri="{FF2B5EF4-FFF2-40B4-BE49-F238E27FC236}">
                  <a16:creationId xmlns:a16="http://schemas.microsoft.com/office/drawing/2014/main" id="{DE9154EF-0C85-46A6-B2A9-AF0763C5795D}"/>
                </a:ext>
              </a:extLst>
            </p:cNvPr>
            <p:cNvGrpSpPr/>
            <p:nvPr/>
          </p:nvGrpSpPr>
          <p:grpSpPr>
            <a:xfrm>
              <a:off x="6791210" y="3674421"/>
              <a:ext cx="1016905" cy="683620"/>
              <a:chOff x="6528493" y="3787659"/>
              <a:chExt cx="1172700" cy="784393"/>
            </a:xfrm>
          </p:grpSpPr>
          <p:grpSp>
            <p:nvGrpSpPr>
              <p:cNvPr id="78" name="Group 77">
                <a:extLst>
                  <a:ext uri="{FF2B5EF4-FFF2-40B4-BE49-F238E27FC236}">
                    <a16:creationId xmlns:a16="http://schemas.microsoft.com/office/drawing/2014/main" id="{9801DF01-0405-4EA4-972B-A9B6843D1327}"/>
                  </a:ext>
                </a:extLst>
              </p:cNvPr>
              <p:cNvGrpSpPr/>
              <p:nvPr/>
            </p:nvGrpSpPr>
            <p:grpSpPr>
              <a:xfrm>
                <a:off x="6579145" y="3787659"/>
                <a:ext cx="823481" cy="754865"/>
                <a:chOff x="3632435" y="3552709"/>
                <a:chExt cx="823481" cy="754865"/>
              </a:xfrm>
            </p:grpSpPr>
            <p:pic>
              <p:nvPicPr>
                <p:cNvPr id="81" name="Picture 80">
                  <a:extLst>
                    <a:ext uri="{FF2B5EF4-FFF2-40B4-BE49-F238E27FC236}">
                      <a16:creationId xmlns:a16="http://schemas.microsoft.com/office/drawing/2014/main" id="{31312EAE-5C00-43A1-B65F-CEA05F86A2C4}"/>
                    </a:ext>
                  </a:extLst>
                </p:cNvPr>
                <p:cNvPicPr>
                  <a:picLocks noChangeAspect="1"/>
                </p:cNvPicPr>
                <p:nvPr/>
              </p:nvPicPr>
              <p:blipFill rotWithShape="1">
                <a:blip r:embed="rId7"/>
                <a:srcRect l="9905" t="12916" r="84548" b="67149"/>
                <a:stretch/>
              </p:blipFill>
              <p:spPr>
                <a:xfrm rot="1701652">
                  <a:off x="3954009" y="3955566"/>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grpSp>
              <p:nvGrpSpPr>
                <p:cNvPr id="82" name="Group 81">
                  <a:extLst>
                    <a:ext uri="{FF2B5EF4-FFF2-40B4-BE49-F238E27FC236}">
                      <a16:creationId xmlns:a16="http://schemas.microsoft.com/office/drawing/2014/main" id="{48E2D120-89CD-4B85-8965-49A1D240016E}"/>
                    </a:ext>
                  </a:extLst>
                </p:cNvPr>
                <p:cNvGrpSpPr/>
                <p:nvPr/>
              </p:nvGrpSpPr>
              <p:grpSpPr>
                <a:xfrm>
                  <a:off x="3632435" y="3552709"/>
                  <a:ext cx="823481" cy="754865"/>
                  <a:chOff x="3799473" y="3560865"/>
                  <a:chExt cx="823481" cy="754865"/>
                </a:xfrm>
              </p:grpSpPr>
              <p:grpSp>
                <p:nvGrpSpPr>
                  <p:cNvPr id="83" name="Group 82">
                    <a:extLst>
                      <a:ext uri="{FF2B5EF4-FFF2-40B4-BE49-F238E27FC236}">
                        <a16:creationId xmlns:a16="http://schemas.microsoft.com/office/drawing/2014/main" id="{8C2FB26B-A390-4A50-9AB1-26EE081A8CE9}"/>
                      </a:ext>
                    </a:extLst>
                  </p:cNvPr>
                  <p:cNvGrpSpPr/>
                  <p:nvPr/>
                </p:nvGrpSpPr>
                <p:grpSpPr>
                  <a:xfrm>
                    <a:off x="3799473" y="3575705"/>
                    <a:ext cx="823481" cy="740025"/>
                    <a:chOff x="3799473" y="3575705"/>
                    <a:chExt cx="823481" cy="740025"/>
                  </a:xfrm>
                </p:grpSpPr>
                <p:pic>
                  <p:nvPicPr>
                    <p:cNvPr id="85" name="Picture 84">
                      <a:extLst>
                        <a:ext uri="{FF2B5EF4-FFF2-40B4-BE49-F238E27FC236}">
                          <a16:creationId xmlns:a16="http://schemas.microsoft.com/office/drawing/2014/main" id="{59C158ED-84D9-4813-A5F7-D1D5EFA6F98C}"/>
                        </a:ext>
                      </a:extLst>
                    </p:cNvPr>
                    <p:cNvPicPr>
                      <a:picLocks noChangeAspect="1"/>
                    </p:cNvPicPr>
                    <p:nvPr/>
                  </p:nvPicPr>
                  <p:blipFill rotWithShape="1">
                    <a:blip r:embed="rId7"/>
                    <a:srcRect l="9905" t="12916" r="84548" b="67149"/>
                    <a:stretch/>
                  </p:blipFill>
                  <p:spPr>
                    <a:xfrm rot="1701652">
                      <a:off x="3946215" y="3575705"/>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pic>
                  <p:nvPicPr>
                    <p:cNvPr id="86" name="Picture 85">
                      <a:extLst>
                        <a:ext uri="{FF2B5EF4-FFF2-40B4-BE49-F238E27FC236}">
                          <a16:creationId xmlns:a16="http://schemas.microsoft.com/office/drawing/2014/main" id="{39780357-6488-4CD6-9119-845FD5A0CB0D}"/>
                        </a:ext>
                      </a:extLst>
                    </p:cNvPr>
                    <p:cNvPicPr>
                      <a:picLocks noChangeAspect="1"/>
                    </p:cNvPicPr>
                    <p:nvPr/>
                  </p:nvPicPr>
                  <p:blipFill rotWithShape="1">
                    <a:blip r:embed="rId7"/>
                    <a:srcRect l="9905" t="12916" r="84548" b="67149"/>
                    <a:stretch/>
                  </p:blipFill>
                  <p:spPr>
                    <a:xfrm rot="1701652">
                      <a:off x="4379202" y="4041108"/>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pic>
                  <p:nvPicPr>
                    <p:cNvPr id="87" name="Picture 86">
                      <a:extLst>
                        <a:ext uri="{FF2B5EF4-FFF2-40B4-BE49-F238E27FC236}">
                          <a16:creationId xmlns:a16="http://schemas.microsoft.com/office/drawing/2014/main" id="{D0B96161-828D-41FE-8637-C4E009B16C02}"/>
                        </a:ext>
                      </a:extLst>
                    </p:cNvPr>
                    <p:cNvPicPr>
                      <a:picLocks noChangeAspect="1"/>
                    </p:cNvPicPr>
                    <p:nvPr/>
                  </p:nvPicPr>
                  <p:blipFill rotWithShape="1">
                    <a:blip r:embed="rId7"/>
                    <a:srcRect l="9905" t="12916" r="84548" b="67149"/>
                    <a:stretch/>
                  </p:blipFill>
                  <p:spPr>
                    <a:xfrm rot="1701652">
                      <a:off x="3799473" y="3787825"/>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grpSp>
              <p:pic>
                <p:nvPicPr>
                  <p:cNvPr id="84" name="Picture 83">
                    <a:extLst>
                      <a:ext uri="{FF2B5EF4-FFF2-40B4-BE49-F238E27FC236}">
                        <a16:creationId xmlns:a16="http://schemas.microsoft.com/office/drawing/2014/main" id="{81A87FF4-5E38-424E-884E-0378D479A6D5}"/>
                      </a:ext>
                    </a:extLst>
                  </p:cNvPr>
                  <p:cNvPicPr>
                    <a:picLocks noChangeAspect="1"/>
                  </p:cNvPicPr>
                  <p:nvPr/>
                </p:nvPicPr>
                <p:blipFill rotWithShape="1">
                  <a:blip r:embed="rId7"/>
                  <a:srcRect l="9905" t="12916" r="84548" b="67149"/>
                  <a:stretch/>
                </p:blipFill>
                <p:spPr>
                  <a:xfrm rot="1701652">
                    <a:off x="4259829" y="3560865"/>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grpSp>
          </p:grpSp>
          <p:pic>
            <p:nvPicPr>
              <p:cNvPr id="79" name="Picture 78">
                <a:extLst>
                  <a:ext uri="{FF2B5EF4-FFF2-40B4-BE49-F238E27FC236}">
                    <a16:creationId xmlns:a16="http://schemas.microsoft.com/office/drawing/2014/main" id="{800ED974-5A99-4DEE-A11C-FE86DFA634C8}"/>
                  </a:ext>
                </a:extLst>
              </p:cNvPr>
              <p:cNvPicPr>
                <a:picLocks noChangeAspect="1"/>
              </p:cNvPicPr>
              <p:nvPr/>
            </p:nvPicPr>
            <p:blipFill rotWithShape="1">
              <a:blip r:embed="rId7"/>
              <a:srcRect l="9905" t="12916" r="84548" b="67149"/>
              <a:stretch/>
            </p:blipFill>
            <p:spPr>
              <a:xfrm rot="1701652">
                <a:off x="7457441" y="3897361"/>
                <a:ext cx="243752" cy="274622"/>
              </a:xfrm>
              <a:prstGeom prst="rect">
                <a:avLst/>
              </a:prstGeom>
              <a:ln w="38100" cap="sq">
                <a:solidFill>
                  <a:srgbClr val="00B050"/>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pic>
            <p:nvPicPr>
              <p:cNvPr id="80" name="Picture 79">
                <a:extLst>
                  <a:ext uri="{FF2B5EF4-FFF2-40B4-BE49-F238E27FC236}">
                    <a16:creationId xmlns:a16="http://schemas.microsoft.com/office/drawing/2014/main" id="{EC942FBA-A2FD-4B31-BBA1-D32261E3242A}"/>
                  </a:ext>
                </a:extLst>
              </p:cNvPr>
              <p:cNvPicPr>
                <a:picLocks noChangeAspect="1"/>
              </p:cNvPicPr>
              <p:nvPr/>
            </p:nvPicPr>
            <p:blipFill rotWithShape="1">
              <a:blip r:embed="rId7"/>
              <a:srcRect l="9905" t="12916" r="84548" b="67149"/>
              <a:stretch/>
            </p:blipFill>
            <p:spPr>
              <a:xfrm rot="1701652">
                <a:off x="6528493" y="4297430"/>
                <a:ext cx="243752" cy="274622"/>
              </a:xfrm>
              <a:prstGeom prst="rect">
                <a:avLst/>
              </a:prstGeom>
              <a:ln w="38100" cap="sq">
                <a:solidFill>
                  <a:srgbClr val="00B050"/>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grpSp>
        <p:grpSp>
          <p:nvGrpSpPr>
            <p:cNvPr id="58" name="Group 57">
              <a:extLst>
                <a:ext uri="{FF2B5EF4-FFF2-40B4-BE49-F238E27FC236}">
                  <a16:creationId xmlns:a16="http://schemas.microsoft.com/office/drawing/2014/main" id="{14E901AE-FBB3-4F9C-B76B-FA974A0BCEAC}"/>
                </a:ext>
              </a:extLst>
            </p:cNvPr>
            <p:cNvGrpSpPr/>
            <p:nvPr/>
          </p:nvGrpSpPr>
          <p:grpSpPr>
            <a:xfrm>
              <a:off x="8104363" y="2498246"/>
              <a:ext cx="847071" cy="1030169"/>
              <a:chOff x="8104363" y="2498246"/>
              <a:chExt cx="976847" cy="1182027"/>
            </a:xfrm>
          </p:grpSpPr>
          <p:grpSp>
            <p:nvGrpSpPr>
              <p:cNvPr id="68" name="Group 67">
                <a:extLst>
                  <a:ext uri="{FF2B5EF4-FFF2-40B4-BE49-F238E27FC236}">
                    <a16:creationId xmlns:a16="http://schemas.microsoft.com/office/drawing/2014/main" id="{C007EBB3-EEA3-4794-8EFB-1EDF2FDE1924}"/>
                  </a:ext>
                </a:extLst>
              </p:cNvPr>
              <p:cNvGrpSpPr/>
              <p:nvPr/>
            </p:nvGrpSpPr>
            <p:grpSpPr>
              <a:xfrm>
                <a:off x="8104363" y="2498246"/>
                <a:ext cx="976847" cy="1182027"/>
                <a:chOff x="8052512" y="2575306"/>
                <a:chExt cx="976847" cy="1182027"/>
              </a:xfrm>
            </p:grpSpPr>
            <p:grpSp>
              <p:nvGrpSpPr>
                <p:cNvPr id="70" name="Group 69">
                  <a:extLst>
                    <a:ext uri="{FF2B5EF4-FFF2-40B4-BE49-F238E27FC236}">
                      <a16:creationId xmlns:a16="http://schemas.microsoft.com/office/drawing/2014/main" id="{91D91947-8227-4845-B88E-CCE595D63FE7}"/>
                    </a:ext>
                  </a:extLst>
                </p:cNvPr>
                <p:cNvGrpSpPr/>
                <p:nvPr/>
              </p:nvGrpSpPr>
              <p:grpSpPr>
                <a:xfrm>
                  <a:off x="8052512" y="2575306"/>
                  <a:ext cx="976847" cy="996634"/>
                  <a:chOff x="5155719" y="2126886"/>
                  <a:chExt cx="976847" cy="996634"/>
                </a:xfrm>
              </p:grpSpPr>
              <p:pic>
                <p:nvPicPr>
                  <p:cNvPr id="72" name="Picture 71">
                    <a:extLst>
                      <a:ext uri="{FF2B5EF4-FFF2-40B4-BE49-F238E27FC236}">
                        <a16:creationId xmlns:a16="http://schemas.microsoft.com/office/drawing/2014/main" id="{79289BC8-83A9-47B8-B17D-4C75761CC965}"/>
                      </a:ext>
                    </a:extLst>
                  </p:cNvPr>
                  <p:cNvPicPr>
                    <a:picLocks noChangeAspect="1"/>
                  </p:cNvPicPr>
                  <p:nvPr/>
                </p:nvPicPr>
                <p:blipFill rotWithShape="1">
                  <a:blip r:embed="rId7"/>
                  <a:srcRect l="9905" t="12916" r="84548" b="67149"/>
                  <a:stretch/>
                </p:blipFill>
                <p:spPr>
                  <a:xfrm rot="1987493">
                    <a:off x="5393915" y="2350549"/>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73" name="Picture 72">
                    <a:extLst>
                      <a:ext uri="{FF2B5EF4-FFF2-40B4-BE49-F238E27FC236}">
                        <a16:creationId xmlns:a16="http://schemas.microsoft.com/office/drawing/2014/main" id="{9F71750F-4BD4-47F4-9068-79495D4CD1EA}"/>
                      </a:ext>
                    </a:extLst>
                  </p:cNvPr>
                  <p:cNvPicPr>
                    <a:picLocks noChangeAspect="1"/>
                  </p:cNvPicPr>
                  <p:nvPr/>
                </p:nvPicPr>
                <p:blipFill rotWithShape="1">
                  <a:blip r:embed="rId7"/>
                  <a:srcRect l="9905" t="12916" r="84548" b="67149"/>
                  <a:stretch/>
                </p:blipFill>
                <p:spPr>
                  <a:xfrm rot="1987493">
                    <a:off x="5394815" y="2821436"/>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74" name="Picture 73">
                    <a:extLst>
                      <a:ext uri="{FF2B5EF4-FFF2-40B4-BE49-F238E27FC236}">
                        <a16:creationId xmlns:a16="http://schemas.microsoft.com/office/drawing/2014/main" id="{26D2EB06-C45A-43E8-9349-CCA99097F58E}"/>
                      </a:ext>
                    </a:extLst>
                  </p:cNvPr>
                  <p:cNvPicPr>
                    <a:picLocks noChangeAspect="1"/>
                  </p:cNvPicPr>
                  <p:nvPr/>
                </p:nvPicPr>
                <p:blipFill rotWithShape="1">
                  <a:blip r:embed="rId7"/>
                  <a:srcRect l="9905" t="12916" r="84548" b="67149"/>
                  <a:stretch/>
                </p:blipFill>
                <p:spPr>
                  <a:xfrm rot="1987493">
                    <a:off x="5256443" y="2517344"/>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75" name="Picture 74">
                    <a:extLst>
                      <a:ext uri="{FF2B5EF4-FFF2-40B4-BE49-F238E27FC236}">
                        <a16:creationId xmlns:a16="http://schemas.microsoft.com/office/drawing/2014/main" id="{2767C2E7-E6C2-4D81-931A-53D6153D08E8}"/>
                      </a:ext>
                    </a:extLst>
                  </p:cNvPr>
                  <p:cNvPicPr>
                    <a:picLocks noChangeAspect="1"/>
                  </p:cNvPicPr>
                  <p:nvPr/>
                </p:nvPicPr>
                <p:blipFill rotWithShape="1">
                  <a:blip r:embed="rId7"/>
                  <a:srcRect l="9905" t="12916" r="84548" b="67149"/>
                  <a:stretch/>
                </p:blipFill>
                <p:spPr>
                  <a:xfrm rot="1987493">
                    <a:off x="5864439" y="2566742"/>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76" name="Picture 75">
                    <a:extLst>
                      <a:ext uri="{FF2B5EF4-FFF2-40B4-BE49-F238E27FC236}">
                        <a16:creationId xmlns:a16="http://schemas.microsoft.com/office/drawing/2014/main" id="{7D80F2AD-79EF-4316-AB18-E79E62699D5B}"/>
                      </a:ext>
                    </a:extLst>
                  </p:cNvPr>
                  <p:cNvPicPr>
                    <a:picLocks noChangeAspect="1"/>
                  </p:cNvPicPr>
                  <p:nvPr/>
                </p:nvPicPr>
                <p:blipFill rotWithShape="1">
                  <a:blip r:embed="rId7"/>
                  <a:srcRect l="9905" t="12916" r="84548" b="67149"/>
                  <a:stretch/>
                </p:blipFill>
                <p:spPr>
                  <a:xfrm rot="1987493">
                    <a:off x="5732835" y="2126886"/>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77" name="Picture 76">
                    <a:extLst>
                      <a:ext uri="{FF2B5EF4-FFF2-40B4-BE49-F238E27FC236}">
                        <a16:creationId xmlns:a16="http://schemas.microsoft.com/office/drawing/2014/main" id="{31747EE4-94EE-48D7-8D5D-A097C2C5BE05}"/>
                      </a:ext>
                    </a:extLst>
                  </p:cNvPr>
                  <p:cNvPicPr>
                    <a:picLocks noChangeAspect="1"/>
                  </p:cNvPicPr>
                  <p:nvPr/>
                </p:nvPicPr>
                <p:blipFill rotWithShape="1">
                  <a:blip r:embed="rId7"/>
                  <a:srcRect l="9905" t="12916" r="84548" b="67149"/>
                  <a:stretch/>
                </p:blipFill>
                <p:spPr>
                  <a:xfrm rot="1987493">
                    <a:off x="5155719" y="2205672"/>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grpSp>
            <p:pic>
              <p:nvPicPr>
                <p:cNvPr id="71" name="Picture 70">
                  <a:extLst>
                    <a:ext uri="{FF2B5EF4-FFF2-40B4-BE49-F238E27FC236}">
                      <a16:creationId xmlns:a16="http://schemas.microsoft.com/office/drawing/2014/main" id="{5A807682-F52B-4868-82A0-506598DDD85C}"/>
                    </a:ext>
                  </a:extLst>
                </p:cNvPr>
                <p:cNvPicPr>
                  <a:picLocks noChangeAspect="1"/>
                </p:cNvPicPr>
                <p:nvPr/>
              </p:nvPicPr>
              <p:blipFill rotWithShape="1">
                <a:blip r:embed="rId7"/>
                <a:srcRect l="9905" t="12916" r="84548" b="67149"/>
                <a:stretch/>
              </p:blipFill>
              <p:spPr>
                <a:xfrm rot="1987493">
                  <a:off x="8693853" y="3458907"/>
                  <a:ext cx="264881" cy="298426"/>
                </a:xfrm>
                <a:prstGeom prst="rect">
                  <a:avLst/>
                </a:prstGeom>
                <a:ln w="38100" cap="sq">
                  <a:solidFill>
                    <a:srgbClr val="E8D80E"/>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grpSp>
          <p:pic>
            <p:nvPicPr>
              <p:cNvPr id="69" name="Picture 68">
                <a:extLst>
                  <a:ext uri="{FF2B5EF4-FFF2-40B4-BE49-F238E27FC236}">
                    <a16:creationId xmlns:a16="http://schemas.microsoft.com/office/drawing/2014/main" id="{8981972B-A21C-4B87-88F2-9775AD1917DC}"/>
                  </a:ext>
                </a:extLst>
              </p:cNvPr>
              <p:cNvPicPr>
                <a:picLocks noChangeAspect="1"/>
              </p:cNvPicPr>
              <p:nvPr/>
            </p:nvPicPr>
            <p:blipFill rotWithShape="1">
              <a:blip r:embed="rId7"/>
              <a:srcRect l="9905" t="12916" r="84548" b="67149"/>
              <a:stretch/>
            </p:blipFill>
            <p:spPr>
              <a:xfrm rot="1987493">
                <a:off x="8554814" y="2762235"/>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grpSp>
        <p:grpSp>
          <p:nvGrpSpPr>
            <p:cNvPr id="59" name="Group 58">
              <a:extLst>
                <a:ext uri="{FF2B5EF4-FFF2-40B4-BE49-F238E27FC236}">
                  <a16:creationId xmlns:a16="http://schemas.microsoft.com/office/drawing/2014/main" id="{63F21138-9981-46C7-ADF7-5E3B1D58F78C}"/>
                </a:ext>
              </a:extLst>
            </p:cNvPr>
            <p:cNvGrpSpPr/>
            <p:nvPr/>
          </p:nvGrpSpPr>
          <p:grpSpPr>
            <a:xfrm>
              <a:off x="8113805" y="3835155"/>
              <a:ext cx="775652" cy="739281"/>
              <a:chOff x="8000809" y="4054917"/>
              <a:chExt cx="894486" cy="848259"/>
            </a:xfrm>
          </p:grpSpPr>
          <p:grpSp>
            <p:nvGrpSpPr>
              <p:cNvPr id="60" name="Group 59">
                <a:extLst>
                  <a:ext uri="{FF2B5EF4-FFF2-40B4-BE49-F238E27FC236}">
                    <a16:creationId xmlns:a16="http://schemas.microsoft.com/office/drawing/2014/main" id="{D059CE05-F4F2-41D5-9484-5F50E57A9BC6}"/>
                  </a:ext>
                </a:extLst>
              </p:cNvPr>
              <p:cNvGrpSpPr/>
              <p:nvPr/>
            </p:nvGrpSpPr>
            <p:grpSpPr>
              <a:xfrm>
                <a:off x="8123676" y="4054917"/>
                <a:ext cx="771619" cy="779406"/>
                <a:chOff x="5144525" y="3519929"/>
                <a:chExt cx="771619" cy="779406"/>
              </a:xfrm>
            </p:grpSpPr>
            <p:pic>
              <p:nvPicPr>
                <p:cNvPr id="63" name="Picture 62">
                  <a:extLst>
                    <a:ext uri="{FF2B5EF4-FFF2-40B4-BE49-F238E27FC236}">
                      <a16:creationId xmlns:a16="http://schemas.microsoft.com/office/drawing/2014/main" id="{070D6A01-F065-4BA1-A34A-687C9D95F651}"/>
                    </a:ext>
                  </a:extLst>
                </p:cNvPr>
                <p:cNvPicPr>
                  <a:picLocks noChangeAspect="1"/>
                </p:cNvPicPr>
                <p:nvPr/>
              </p:nvPicPr>
              <p:blipFill rotWithShape="1">
                <a:blip r:embed="rId7"/>
                <a:srcRect l="9905" t="12916" r="84548" b="67149"/>
                <a:stretch/>
              </p:blipFill>
              <p:spPr>
                <a:xfrm rot="2316403">
                  <a:off x="5345973" y="3519929"/>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64" name="Picture 63">
                  <a:extLst>
                    <a:ext uri="{FF2B5EF4-FFF2-40B4-BE49-F238E27FC236}">
                      <a16:creationId xmlns:a16="http://schemas.microsoft.com/office/drawing/2014/main" id="{07E49A18-C126-439D-A655-9AE6C85E691D}"/>
                    </a:ext>
                  </a:extLst>
                </p:cNvPr>
                <p:cNvPicPr>
                  <a:picLocks noChangeAspect="1"/>
                </p:cNvPicPr>
                <p:nvPr/>
              </p:nvPicPr>
              <p:blipFill rotWithShape="1">
                <a:blip r:embed="rId7"/>
                <a:srcRect l="9905" t="12916" r="84548" b="67149"/>
                <a:stretch/>
              </p:blipFill>
              <p:spPr>
                <a:xfrm rot="2316403">
                  <a:off x="5672392" y="3522954"/>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65" name="Picture 64">
                  <a:extLst>
                    <a:ext uri="{FF2B5EF4-FFF2-40B4-BE49-F238E27FC236}">
                      <a16:creationId xmlns:a16="http://schemas.microsoft.com/office/drawing/2014/main" id="{9FFD655E-4FE5-46A4-8E1B-ED3133EA6937}"/>
                    </a:ext>
                  </a:extLst>
                </p:cNvPr>
                <p:cNvPicPr>
                  <a:picLocks noChangeAspect="1"/>
                </p:cNvPicPr>
                <p:nvPr/>
              </p:nvPicPr>
              <p:blipFill rotWithShape="1">
                <a:blip r:embed="rId7"/>
                <a:srcRect l="9905" t="12916" r="84548" b="67149"/>
                <a:stretch/>
              </p:blipFill>
              <p:spPr>
                <a:xfrm rot="2316403">
                  <a:off x="5144525" y="3679351"/>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66" name="Picture 65">
                  <a:extLst>
                    <a:ext uri="{FF2B5EF4-FFF2-40B4-BE49-F238E27FC236}">
                      <a16:creationId xmlns:a16="http://schemas.microsoft.com/office/drawing/2014/main" id="{F0CB3FAE-490C-48E8-B510-3692F74454D1}"/>
                    </a:ext>
                  </a:extLst>
                </p:cNvPr>
                <p:cNvPicPr>
                  <a:picLocks noChangeAspect="1"/>
                </p:cNvPicPr>
                <p:nvPr/>
              </p:nvPicPr>
              <p:blipFill rotWithShape="1">
                <a:blip r:embed="rId7"/>
                <a:srcRect l="9905" t="12916" r="84548" b="67149"/>
                <a:stretch/>
              </p:blipFill>
              <p:spPr>
                <a:xfrm rot="2316403">
                  <a:off x="5325442" y="4024713"/>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67" name="Picture 66">
                  <a:extLst>
                    <a:ext uri="{FF2B5EF4-FFF2-40B4-BE49-F238E27FC236}">
                      <a16:creationId xmlns:a16="http://schemas.microsoft.com/office/drawing/2014/main" id="{96569B60-84D7-4A58-BBD3-5F3CA303241C}"/>
                    </a:ext>
                  </a:extLst>
                </p:cNvPr>
                <p:cNvPicPr>
                  <a:picLocks noChangeAspect="1"/>
                </p:cNvPicPr>
                <p:nvPr/>
              </p:nvPicPr>
              <p:blipFill rotWithShape="1">
                <a:blip r:embed="rId7"/>
                <a:srcRect l="9905" t="12916" r="84548" b="67149"/>
                <a:stretch/>
              </p:blipFill>
              <p:spPr>
                <a:xfrm rot="2316403">
                  <a:off x="5648145" y="3938550"/>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grpSp>
          <p:pic>
            <p:nvPicPr>
              <p:cNvPr id="61" name="Picture 60">
                <a:extLst>
                  <a:ext uri="{FF2B5EF4-FFF2-40B4-BE49-F238E27FC236}">
                    <a16:creationId xmlns:a16="http://schemas.microsoft.com/office/drawing/2014/main" id="{4369ADAA-E56A-40C1-8E96-4B898ABDA921}"/>
                  </a:ext>
                </a:extLst>
              </p:cNvPr>
              <p:cNvPicPr>
                <a:picLocks noChangeAspect="1"/>
              </p:cNvPicPr>
              <p:nvPr/>
            </p:nvPicPr>
            <p:blipFill rotWithShape="1">
              <a:blip r:embed="rId7"/>
              <a:srcRect l="9905" t="12916" r="84548" b="67149"/>
              <a:stretch/>
            </p:blipFill>
            <p:spPr>
              <a:xfrm rot="2316403">
                <a:off x="8000809" y="4476154"/>
                <a:ext cx="243752" cy="274622"/>
              </a:xfrm>
              <a:prstGeom prst="rect">
                <a:avLst/>
              </a:prstGeom>
              <a:ln w="38100" cap="sq">
                <a:solidFill>
                  <a:srgbClr val="4268C0"/>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pic>
            <p:nvPicPr>
              <p:cNvPr id="62" name="Picture 61">
                <a:extLst>
                  <a:ext uri="{FF2B5EF4-FFF2-40B4-BE49-F238E27FC236}">
                    <a16:creationId xmlns:a16="http://schemas.microsoft.com/office/drawing/2014/main" id="{88AEA46B-FAF9-4204-A598-90427E23ACD5}"/>
                  </a:ext>
                </a:extLst>
              </p:cNvPr>
              <p:cNvPicPr>
                <a:picLocks noChangeAspect="1"/>
              </p:cNvPicPr>
              <p:nvPr/>
            </p:nvPicPr>
            <p:blipFill rotWithShape="1">
              <a:blip r:embed="rId7"/>
              <a:srcRect l="9905" t="12916" r="84548" b="67149"/>
              <a:stretch/>
            </p:blipFill>
            <p:spPr>
              <a:xfrm rot="2316403">
                <a:off x="8153209" y="4628554"/>
                <a:ext cx="243752" cy="274622"/>
              </a:xfrm>
              <a:prstGeom prst="rect">
                <a:avLst/>
              </a:prstGeom>
              <a:ln w="38100" cap="sq">
                <a:solidFill>
                  <a:srgbClr val="4268C0"/>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grpSp>
      </p:grpSp>
      <p:sp>
        <p:nvSpPr>
          <p:cNvPr id="97" name="Arrow: Right 96">
            <a:extLst>
              <a:ext uri="{FF2B5EF4-FFF2-40B4-BE49-F238E27FC236}">
                <a16:creationId xmlns:a16="http://schemas.microsoft.com/office/drawing/2014/main" id="{B44DE5EF-23F5-4360-9F35-23BFBB1B5761}"/>
              </a:ext>
            </a:extLst>
          </p:cNvPr>
          <p:cNvSpPr/>
          <p:nvPr/>
        </p:nvSpPr>
        <p:spPr>
          <a:xfrm>
            <a:off x="5238792" y="3183733"/>
            <a:ext cx="1152220" cy="228385"/>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a:extLst>
              <a:ext uri="{FF2B5EF4-FFF2-40B4-BE49-F238E27FC236}">
                <a16:creationId xmlns:a16="http://schemas.microsoft.com/office/drawing/2014/main" id="{E66A487D-8139-42E3-9784-4AB3437E14AE}"/>
              </a:ext>
            </a:extLst>
          </p:cNvPr>
          <p:cNvSpPr txBox="1"/>
          <p:nvPr/>
        </p:nvSpPr>
        <p:spPr>
          <a:xfrm>
            <a:off x="5237557" y="2096674"/>
            <a:ext cx="984344" cy="1026740"/>
          </a:xfrm>
          <a:prstGeom prst="rect">
            <a:avLst/>
          </a:prstGeom>
        </p:spPr>
        <p:txBody>
          <a:bodyPr wrap="none" lIns="0" tIns="0" rIns="0" bIns="0" rtlCol="0" anchor="t">
            <a:normAutofit lnSpcReduction="10000"/>
          </a:bodyPr>
          <a:lstStyle/>
          <a:p>
            <a:pPr algn="l"/>
            <a:r>
              <a:rPr lang="en-IN" sz="1400" b="0" dirty="0">
                <a:solidFill>
                  <a:schemeClr val="accent1"/>
                </a:solidFill>
              </a:rPr>
              <a:t>Assign </a:t>
            </a:r>
          </a:p>
          <a:p>
            <a:pPr algn="l"/>
            <a:r>
              <a:rPr lang="en-IN" sz="1400" b="0" dirty="0">
                <a:solidFill>
                  <a:schemeClr val="accent1"/>
                </a:solidFill>
              </a:rPr>
              <a:t>control to</a:t>
            </a:r>
          </a:p>
          <a:p>
            <a:pPr algn="l"/>
            <a:r>
              <a:rPr lang="en-IN" sz="1400" b="0" dirty="0">
                <a:solidFill>
                  <a:schemeClr val="accent1"/>
                </a:solidFill>
              </a:rPr>
              <a:t>the clusters</a:t>
            </a:r>
          </a:p>
          <a:p>
            <a:pPr algn="l"/>
            <a:r>
              <a:rPr lang="en-IN" sz="1400" dirty="0">
                <a:solidFill>
                  <a:schemeClr val="accent1"/>
                </a:solidFill>
              </a:rPr>
              <a:t>&amp; remove </a:t>
            </a:r>
          </a:p>
          <a:p>
            <a:pPr algn="l"/>
            <a:r>
              <a:rPr lang="en-IN" sz="1400" dirty="0">
                <a:solidFill>
                  <a:schemeClr val="accent1"/>
                </a:solidFill>
              </a:rPr>
              <a:t>outliers</a:t>
            </a:r>
            <a:endParaRPr lang="en-US" sz="1400" b="0" dirty="0">
              <a:solidFill>
                <a:schemeClr val="accent1"/>
              </a:solidFill>
            </a:endParaRPr>
          </a:p>
        </p:txBody>
      </p:sp>
      <p:grpSp>
        <p:nvGrpSpPr>
          <p:cNvPr id="99" name="Group 98">
            <a:extLst>
              <a:ext uri="{FF2B5EF4-FFF2-40B4-BE49-F238E27FC236}">
                <a16:creationId xmlns:a16="http://schemas.microsoft.com/office/drawing/2014/main" id="{1445FDF3-95E5-458E-A8A7-55A44655C696}"/>
              </a:ext>
            </a:extLst>
          </p:cNvPr>
          <p:cNvGrpSpPr/>
          <p:nvPr/>
        </p:nvGrpSpPr>
        <p:grpSpPr>
          <a:xfrm>
            <a:off x="8144042" y="4382788"/>
            <a:ext cx="668896" cy="520031"/>
            <a:chOff x="7948577" y="5161101"/>
            <a:chExt cx="668896" cy="520031"/>
          </a:xfrm>
        </p:grpSpPr>
        <p:pic>
          <p:nvPicPr>
            <p:cNvPr id="100" name="Picture 99">
              <a:extLst>
                <a:ext uri="{FF2B5EF4-FFF2-40B4-BE49-F238E27FC236}">
                  <a16:creationId xmlns:a16="http://schemas.microsoft.com/office/drawing/2014/main" id="{F0E539EA-B062-4228-8863-517D90C3E31E}"/>
                </a:ext>
              </a:extLst>
            </p:cNvPr>
            <p:cNvPicPr>
              <a:picLocks noChangeAspect="1"/>
            </p:cNvPicPr>
            <p:nvPr/>
          </p:nvPicPr>
          <p:blipFill rotWithShape="1">
            <a:blip r:embed="rId7"/>
            <a:srcRect l="9905" t="12916" r="84548" b="67149"/>
            <a:stretch/>
          </p:blipFill>
          <p:spPr>
            <a:xfrm rot="2316403">
              <a:off x="8189356" y="5330590"/>
              <a:ext cx="182933" cy="206101"/>
            </a:xfrm>
            <a:prstGeom prst="rect">
              <a:avLst/>
            </a:prstGeom>
            <a:ln w="38100" cap="sq">
              <a:solidFill>
                <a:srgbClr val="4268C0"/>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sp>
          <p:nvSpPr>
            <p:cNvPr id="101" name="Oval 100">
              <a:extLst>
                <a:ext uri="{FF2B5EF4-FFF2-40B4-BE49-F238E27FC236}">
                  <a16:creationId xmlns:a16="http://schemas.microsoft.com/office/drawing/2014/main" id="{3AE12DFF-C770-4BA8-9128-E3652B845FE5}"/>
                </a:ext>
              </a:extLst>
            </p:cNvPr>
            <p:cNvSpPr/>
            <p:nvPr/>
          </p:nvSpPr>
          <p:spPr>
            <a:xfrm>
              <a:off x="7948577" y="5161101"/>
              <a:ext cx="668896" cy="520031"/>
            </a:xfrm>
            <a:prstGeom prst="ellipse">
              <a:avLst/>
            </a:prstGeom>
            <a:noFill/>
            <a:ln w="28575">
              <a:solidFill>
                <a:srgbClr val="FF7C8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FD2ED572-8C0F-4440-B701-180A97E012B6}"/>
              </a:ext>
            </a:extLst>
          </p:cNvPr>
          <p:cNvGrpSpPr/>
          <p:nvPr/>
        </p:nvGrpSpPr>
        <p:grpSpPr>
          <a:xfrm>
            <a:off x="7859827" y="1462867"/>
            <a:ext cx="568430" cy="553353"/>
            <a:chOff x="8441928" y="1599411"/>
            <a:chExt cx="568430" cy="553353"/>
          </a:xfrm>
        </p:grpSpPr>
        <p:pic>
          <p:nvPicPr>
            <p:cNvPr id="103" name="Picture 102">
              <a:extLst>
                <a:ext uri="{FF2B5EF4-FFF2-40B4-BE49-F238E27FC236}">
                  <a16:creationId xmlns:a16="http://schemas.microsoft.com/office/drawing/2014/main" id="{9584A2D2-D82D-435A-8A36-58F2C29D6050}"/>
                </a:ext>
              </a:extLst>
            </p:cNvPr>
            <p:cNvPicPr>
              <a:picLocks noChangeAspect="1"/>
            </p:cNvPicPr>
            <p:nvPr/>
          </p:nvPicPr>
          <p:blipFill rotWithShape="1">
            <a:blip r:embed="rId7"/>
            <a:srcRect l="9905" t="12916" r="84548" b="67149"/>
            <a:stretch/>
          </p:blipFill>
          <p:spPr>
            <a:xfrm rot="2721192">
              <a:off x="8659064" y="1754636"/>
              <a:ext cx="169704" cy="191196"/>
            </a:xfrm>
            <a:prstGeom prst="rect">
              <a:avLst/>
            </a:prstGeom>
            <a:ln w="38100" cap="sq">
              <a:solidFill>
                <a:srgbClr val="E8D80E"/>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sp>
          <p:nvSpPr>
            <p:cNvPr id="104" name="Oval 103">
              <a:extLst>
                <a:ext uri="{FF2B5EF4-FFF2-40B4-BE49-F238E27FC236}">
                  <a16:creationId xmlns:a16="http://schemas.microsoft.com/office/drawing/2014/main" id="{24A5A776-42BB-49D4-8A98-078E3867B6E3}"/>
                </a:ext>
              </a:extLst>
            </p:cNvPr>
            <p:cNvSpPr/>
            <p:nvPr/>
          </p:nvSpPr>
          <p:spPr>
            <a:xfrm>
              <a:off x="8441928" y="1599411"/>
              <a:ext cx="568430" cy="553353"/>
            </a:xfrm>
            <a:prstGeom prst="ellipse">
              <a:avLst/>
            </a:prstGeom>
            <a:noFill/>
            <a:ln w="28575">
              <a:solidFill>
                <a:srgbClr val="FF7C8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 name="Group 104">
            <a:extLst>
              <a:ext uri="{FF2B5EF4-FFF2-40B4-BE49-F238E27FC236}">
                <a16:creationId xmlns:a16="http://schemas.microsoft.com/office/drawing/2014/main" id="{D67AEC12-51CE-4DEF-BAD6-E4B9DE323064}"/>
              </a:ext>
            </a:extLst>
          </p:cNvPr>
          <p:cNvGrpSpPr/>
          <p:nvPr/>
        </p:nvGrpSpPr>
        <p:grpSpPr>
          <a:xfrm>
            <a:off x="6315831" y="1445610"/>
            <a:ext cx="897719" cy="618195"/>
            <a:chOff x="6311058" y="1489269"/>
            <a:chExt cx="750449" cy="587780"/>
          </a:xfrm>
        </p:grpSpPr>
        <p:pic>
          <p:nvPicPr>
            <p:cNvPr id="106" name="Picture 105">
              <a:extLst>
                <a:ext uri="{FF2B5EF4-FFF2-40B4-BE49-F238E27FC236}">
                  <a16:creationId xmlns:a16="http://schemas.microsoft.com/office/drawing/2014/main" id="{A354474C-0766-44AC-8C97-7829F8E15307}"/>
                </a:ext>
              </a:extLst>
            </p:cNvPr>
            <p:cNvPicPr>
              <a:picLocks noChangeAspect="1"/>
            </p:cNvPicPr>
            <p:nvPr/>
          </p:nvPicPr>
          <p:blipFill rotWithShape="1">
            <a:blip r:embed="rId7"/>
            <a:srcRect l="9905" t="12916" r="84548" b="67149"/>
            <a:stretch/>
          </p:blipFill>
          <p:spPr>
            <a:xfrm rot="1472551">
              <a:off x="6716476" y="1720022"/>
              <a:ext cx="188113" cy="211937"/>
            </a:xfrm>
            <a:prstGeom prst="rect">
              <a:avLst/>
            </a:prstGeom>
            <a:ln w="38100" cap="sq">
              <a:solidFill>
                <a:schemeClr val="accent1">
                  <a:lumMod val="75000"/>
                </a:schemeClr>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pic>
          <p:nvPicPr>
            <p:cNvPr id="107" name="Picture 106">
              <a:extLst>
                <a:ext uri="{FF2B5EF4-FFF2-40B4-BE49-F238E27FC236}">
                  <a16:creationId xmlns:a16="http://schemas.microsoft.com/office/drawing/2014/main" id="{D3EA124D-C301-4658-85A5-F4E08D6775AE}"/>
                </a:ext>
              </a:extLst>
            </p:cNvPr>
            <p:cNvPicPr>
              <a:picLocks noChangeAspect="1"/>
            </p:cNvPicPr>
            <p:nvPr/>
          </p:nvPicPr>
          <p:blipFill rotWithShape="1">
            <a:blip r:embed="rId7"/>
            <a:srcRect l="9905" t="12916" r="84548" b="67149"/>
            <a:stretch/>
          </p:blipFill>
          <p:spPr>
            <a:xfrm rot="1472551">
              <a:off x="6471227" y="1643963"/>
              <a:ext cx="150690" cy="169774"/>
            </a:xfrm>
            <a:prstGeom prst="rect">
              <a:avLst/>
            </a:prstGeom>
            <a:ln w="38100" cap="sq">
              <a:solidFill>
                <a:schemeClr val="accent1">
                  <a:lumMod val="75000"/>
                </a:schemeClr>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sp>
          <p:nvSpPr>
            <p:cNvPr id="108" name="Oval 107">
              <a:extLst>
                <a:ext uri="{FF2B5EF4-FFF2-40B4-BE49-F238E27FC236}">
                  <a16:creationId xmlns:a16="http://schemas.microsoft.com/office/drawing/2014/main" id="{3968EEC4-C785-4497-89A4-90D5EFDA3C76}"/>
                </a:ext>
              </a:extLst>
            </p:cNvPr>
            <p:cNvSpPr/>
            <p:nvPr/>
          </p:nvSpPr>
          <p:spPr>
            <a:xfrm>
              <a:off x="6311058" y="1489269"/>
              <a:ext cx="750449" cy="587780"/>
            </a:xfrm>
            <a:prstGeom prst="ellipse">
              <a:avLst/>
            </a:prstGeom>
            <a:noFill/>
            <a:ln w="28575">
              <a:solidFill>
                <a:srgbClr val="FF7C8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9" name="Group 108">
            <a:extLst>
              <a:ext uri="{FF2B5EF4-FFF2-40B4-BE49-F238E27FC236}">
                <a16:creationId xmlns:a16="http://schemas.microsoft.com/office/drawing/2014/main" id="{61DC11DE-0EAB-41C8-A97F-51A864C378DF}"/>
              </a:ext>
            </a:extLst>
          </p:cNvPr>
          <p:cNvGrpSpPr/>
          <p:nvPr/>
        </p:nvGrpSpPr>
        <p:grpSpPr>
          <a:xfrm>
            <a:off x="9671627" y="2222121"/>
            <a:ext cx="2117184" cy="2144545"/>
            <a:chOff x="9898108" y="2486577"/>
            <a:chExt cx="2117184" cy="2144545"/>
          </a:xfrm>
        </p:grpSpPr>
        <p:grpSp>
          <p:nvGrpSpPr>
            <p:cNvPr id="110" name="Group 109">
              <a:extLst>
                <a:ext uri="{FF2B5EF4-FFF2-40B4-BE49-F238E27FC236}">
                  <a16:creationId xmlns:a16="http://schemas.microsoft.com/office/drawing/2014/main" id="{6753CE3D-1B73-4D12-BD4C-9A29F16AFEE4}"/>
                </a:ext>
              </a:extLst>
            </p:cNvPr>
            <p:cNvGrpSpPr/>
            <p:nvPr/>
          </p:nvGrpSpPr>
          <p:grpSpPr>
            <a:xfrm>
              <a:off x="9996816" y="2662912"/>
              <a:ext cx="807065" cy="838145"/>
              <a:chOff x="6672133" y="2594738"/>
              <a:chExt cx="968820" cy="863313"/>
            </a:xfrm>
          </p:grpSpPr>
          <p:pic>
            <p:nvPicPr>
              <p:cNvPr id="142" name="Picture 141">
                <a:extLst>
                  <a:ext uri="{FF2B5EF4-FFF2-40B4-BE49-F238E27FC236}">
                    <a16:creationId xmlns:a16="http://schemas.microsoft.com/office/drawing/2014/main" id="{14B8E102-9568-4A00-81A0-C844126E1BBC}"/>
                  </a:ext>
                </a:extLst>
              </p:cNvPr>
              <p:cNvPicPr>
                <a:picLocks noChangeAspect="1"/>
              </p:cNvPicPr>
              <p:nvPr/>
            </p:nvPicPr>
            <p:blipFill rotWithShape="1">
              <a:blip r:embed="rId7"/>
              <a:srcRect l="9905" t="12916" r="84548" b="67149"/>
              <a:stretch/>
            </p:blipFill>
            <p:spPr>
              <a:xfrm rot="1472551">
                <a:off x="7372826" y="2594738"/>
                <a:ext cx="268127" cy="302084"/>
              </a:xfrm>
              <a:prstGeom prst="rect">
                <a:avLst/>
              </a:prstGeom>
              <a:ln w="38100" cap="sq">
                <a:solidFill>
                  <a:schemeClr val="accent1">
                    <a:lumMod val="75000"/>
                  </a:schemeClr>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grpSp>
            <p:nvGrpSpPr>
              <p:cNvPr id="143" name="Group 142">
                <a:extLst>
                  <a:ext uri="{FF2B5EF4-FFF2-40B4-BE49-F238E27FC236}">
                    <a16:creationId xmlns:a16="http://schemas.microsoft.com/office/drawing/2014/main" id="{183E7A83-DD8E-4DDD-92C4-02907B7B56A2}"/>
                  </a:ext>
                </a:extLst>
              </p:cNvPr>
              <p:cNvGrpSpPr/>
              <p:nvPr/>
            </p:nvGrpSpPr>
            <p:grpSpPr>
              <a:xfrm>
                <a:off x="6897407" y="2641682"/>
                <a:ext cx="711214" cy="816369"/>
                <a:chOff x="3734044" y="2373068"/>
                <a:chExt cx="711214" cy="816369"/>
              </a:xfrm>
            </p:grpSpPr>
            <p:pic>
              <p:nvPicPr>
                <p:cNvPr id="145" name="Picture 144">
                  <a:extLst>
                    <a:ext uri="{FF2B5EF4-FFF2-40B4-BE49-F238E27FC236}">
                      <a16:creationId xmlns:a16="http://schemas.microsoft.com/office/drawing/2014/main" id="{158BC1E7-7006-44D6-A5F9-B28F1CBF5642}"/>
                    </a:ext>
                  </a:extLst>
                </p:cNvPr>
                <p:cNvPicPr>
                  <a:picLocks noChangeAspect="1"/>
                </p:cNvPicPr>
                <p:nvPr/>
              </p:nvPicPr>
              <p:blipFill rotWithShape="1">
                <a:blip r:embed="rId7"/>
                <a:srcRect l="9905" t="12916" r="84548" b="67149"/>
                <a:stretch/>
              </p:blipFill>
              <p:spPr>
                <a:xfrm rot="1005784">
                  <a:off x="3961510" y="2920399"/>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grpSp>
              <p:nvGrpSpPr>
                <p:cNvPr id="146" name="Group 145">
                  <a:extLst>
                    <a:ext uri="{FF2B5EF4-FFF2-40B4-BE49-F238E27FC236}">
                      <a16:creationId xmlns:a16="http://schemas.microsoft.com/office/drawing/2014/main" id="{01E5DE88-46B6-4984-8654-CB40789D7590}"/>
                    </a:ext>
                  </a:extLst>
                </p:cNvPr>
                <p:cNvGrpSpPr/>
                <p:nvPr/>
              </p:nvGrpSpPr>
              <p:grpSpPr>
                <a:xfrm>
                  <a:off x="3734044" y="2373068"/>
                  <a:ext cx="711214" cy="703443"/>
                  <a:chOff x="3903332" y="2358527"/>
                  <a:chExt cx="711214" cy="703443"/>
                </a:xfrm>
              </p:grpSpPr>
              <p:pic>
                <p:nvPicPr>
                  <p:cNvPr id="147" name="Picture 146">
                    <a:extLst>
                      <a:ext uri="{FF2B5EF4-FFF2-40B4-BE49-F238E27FC236}">
                        <a16:creationId xmlns:a16="http://schemas.microsoft.com/office/drawing/2014/main" id="{672C6550-6514-4964-B6AE-D0BED415F9E2}"/>
                      </a:ext>
                    </a:extLst>
                  </p:cNvPr>
                  <p:cNvPicPr>
                    <a:picLocks noChangeAspect="1"/>
                  </p:cNvPicPr>
                  <p:nvPr/>
                </p:nvPicPr>
                <p:blipFill rotWithShape="1">
                  <a:blip r:embed="rId7"/>
                  <a:srcRect l="9905" t="12916" r="84548" b="67149"/>
                  <a:stretch/>
                </p:blipFill>
                <p:spPr>
                  <a:xfrm rot="1005784">
                    <a:off x="4055827" y="2358527"/>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148" name="Picture 147">
                    <a:extLst>
                      <a:ext uri="{FF2B5EF4-FFF2-40B4-BE49-F238E27FC236}">
                        <a16:creationId xmlns:a16="http://schemas.microsoft.com/office/drawing/2014/main" id="{1DC20B0A-5CC8-464F-BF27-24274E140D51}"/>
                      </a:ext>
                    </a:extLst>
                  </p:cNvPr>
                  <p:cNvPicPr>
                    <a:picLocks noChangeAspect="1"/>
                  </p:cNvPicPr>
                  <p:nvPr/>
                </p:nvPicPr>
                <p:blipFill rotWithShape="1">
                  <a:blip r:embed="rId7"/>
                  <a:srcRect l="9905" t="12916" r="84548" b="67149"/>
                  <a:stretch/>
                </p:blipFill>
                <p:spPr>
                  <a:xfrm rot="1005784">
                    <a:off x="4208227" y="2510927"/>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149" name="Picture 148">
                    <a:extLst>
                      <a:ext uri="{FF2B5EF4-FFF2-40B4-BE49-F238E27FC236}">
                        <a16:creationId xmlns:a16="http://schemas.microsoft.com/office/drawing/2014/main" id="{CE805CC3-5625-4501-A1BC-0780569E18B6}"/>
                      </a:ext>
                    </a:extLst>
                  </p:cNvPr>
                  <p:cNvPicPr>
                    <a:picLocks noChangeAspect="1"/>
                  </p:cNvPicPr>
                  <p:nvPr/>
                </p:nvPicPr>
                <p:blipFill rotWithShape="1">
                  <a:blip r:embed="rId7"/>
                  <a:srcRect l="9905" t="12916" r="84548" b="67149"/>
                  <a:stretch/>
                </p:blipFill>
                <p:spPr>
                  <a:xfrm rot="1005784">
                    <a:off x="3903332" y="2733199"/>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pic>
                <p:nvPicPr>
                  <p:cNvPr id="150" name="Picture 149">
                    <a:extLst>
                      <a:ext uri="{FF2B5EF4-FFF2-40B4-BE49-F238E27FC236}">
                        <a16:creationId xmlns:a16="http://schemas.microsoft.com/office/drawing/2014/main" id="{C6810B2F-9B5E-4BBA-BD34-38524FD77549}"/>
                      </a:ext>
                    </a:extLst>
                  </p:cNvPr>
                  <p:cNvPicPr>
                    <a:picLocks noChangeAspect="1"/>
                  </p:cNvPicPr>
                  <p:nvPr/>
                </p:nvPicPr>
                <p:blipFill rotWithShape="1">
                  <a:blip r:embed="rId7"/>
                  <a:srcRect l="9905" t="12916" r="84548" b="67149"/>
                  <a:stretch/>
                </p:blipFill>
                <p:spPr>
                  <a:xfrm rot="1005784">
                    <a:off x="4377159" y="2792932"/>
                    <a:ext cx="237387" cy="269038"/>
                  </a:xfrm>
                  <a:prstGeom prst="rect">
                    <a:avLst/>
                  </a:prstGeom>
                  <a:ln w="38100" cap="sq">
                    <a:solidFill>
                      <a:srgbClr val="C92C99"/>
                    </a:solidFill>
                    <a:prstDash val="solid"/>
                    <a:miter lim="800000"/>
                  </a:ln>
                  <a:effectLst>
                    <a:outerShdw blurRad="50800" dist="38100" dir="2700000" algn="tl" rotWithShape="0">
                      <a:srgbClr val="000000">
                        <a:alpha val="43000"/>
                      </a:srgbClr>
                    </a:outerShdw>
                  </a:effectLst>
                </p:spPr>
              </p:pic>
            </p:grpSp>
          </p:grpSp>
          <p:pic>
            <p:nvPicPr>
              <p:cNvPr id="144" name="Picture 143">
                <a:extLst>
                  <a:ext uri="{FF2B5EF4-FFF2-40B4-BE49-F238E27FC236}">
                    <a16:creationId xmlns:a16="http://schemas.microsoft.com/office/drawing/2014/main" id="{CE0C7FFB-54F7-4578-B294-36303E6BC2B8}"/>
                  </a:ext>
                </a:extLst>
              </p:cNvPr>
              <p:cNvPicPr>
                <a:picLocks noChangeAspect="1"/>
              </p:cNvPicPr>
              <p:nvPr/>
            </p:nvPicPr>
            <p:blipFill rotWithShape="1">
              <a:blip r:embed="rId7"/>
              <a:srcRect l="9905" t="12916" r="84548" b="67149"/>
              <a:stretch/>
            </p:blipFill>
            <p:spPr>
              <a:xfrm rot="1472551">
                <a:off x="6672133" y="2664203"/>
                <a:ext cx="268127" cy="302084"/>
              </a:xfrm>
              <a:prstGeom prst="rect">
                <a:avLst/>
              </a:prstGeom>
              <a:ln w="38100" cap="sq">
                <a:solidFill>
                  <a:schemeClr val="accent1">
                    <a:lumMod val="75000"/>
                  </a:schemeClr>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grpSp>
        <p:grpSp>
          <p:nvGrpSpPr>
            <p:cNvPr id="111" name="Group 110">
              <a:extLst>
                <a:ext uri="{FF2B5EF4-FFF2-40B4-BE49-F238E27FC236}">
                  <a16:creationId xmlns:a16="http://schemas.microsoft.com/office/drawing/2014/main" id="{A9BE2E2B-AA2E-47B7-998A-67045BC9E883}"/>
                </a:ext>
              </a:extLst>
            </p:cNvPr>
            <p:cNvGrpSpPr/>
            <p:nvPr/>
          </p:nvGrpSpPr>
          <p:grpSpPr>
            <a:xfrm>
              <a:off x="9898108" y="3643816"/>
              <a:ext cx="976904" cy="761526"/>
              <a:chOff x="6528493" y="3787659"/>
              <a:chExt cx="1172700" cy="784393"/>
            </a:xfrm>
          </p:grpSpPr>
          <p:grpSp>
            <p:nvGrpSpPr>
              <p:cNvPr id="132" name="Group 131">
                <a:extLst>
                  <a:ext uri="{FF2B5EF4-FFF2-40B4-BE49-F238E27FC236}">
                    <a16:creationId xmlns:a16="http://schemas.microsoft.com/office/drawing/2014/main" id="{CB073EAB-F734-4AE8-85F5-A62710D1D14C}"/>
                  </a:ext>
                </a:extLst>
              </p:cNvPr>
              <p:cNvGrpSpPr/>
              <p:nvPr/>
            </p:nvGrpSpPr>
            <p:grpSpPr>
              <a:xfrm>
                <a:off x="6579145" y="3787659"/>
                <a:ext cx="823481" cy="754865"/>
                <a:chOff x="3632435" y="3552709"/>
                <a:chExt cx="823481" cy="754865"/>
              </a:xfrm>
            </p:grpSpPr>
            <p:pic>
              <p:nvPicPr>
                <p:cNvPr id="135" name="Picture 134">
                  <a:extLst>
                    <a:ext uri="{FF2B5EF4-FFF2-40B4-BE49-F238E27FC236}">
                      <a16:creationId xmlns:a16="http://schemas.microsoft.com/office/drawing/2014/main" id="{28A70288-E5B1-4888-A7C3-50DBA8F072E5}"/>
                    </a:ext>
                  </a:extLst>
                </p:cNvPr>
                <p:cNvPicPr>
                  <a:picLocks noChangeAspect="1"/>
                </p:cNvPicPr>
                <p:nvPr/>
              </p:nvPicPr>
              <p:blipFill rotWithShape="1">
                <a:blip r:embed="rId7"/>
                <a:srcRect l="9905" t="12916" r="84548" b="67149"/>
                <a:stretch/>
              </p:blipFill>
              <p:spPr>
                <a:xfrm rot="1701652">
                  <a:off x="3954009" y="3955566"/>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grpSp>
              <p:nvGrpSpPr>
                <p:cNvPr id="136" name="Group 135">
                  <a:extLst>
                    <a:ext uri="{FF2B5EF4-FFF2-40B4-BE49-F238E27FC236}">
                      <a16:creationId xmlns:a16="http://schemas.microsoft.com/office/drawing/2014/main" id="{4B2275DA-DD8D-4BB9-AF63-7622B7148CC3}"/>
                    </a:ext>
                  </a:extLst>
                </p:cNvPr>
                <p:cNvGrpSpPr/>
                <p:nvPr/>
              </p:nvGrpSpPr>
              <p:grpSpPr>
                <a:xfrm>
                  <a:off x="3632435" y="3552709"/>
                  <a:ext cx="823481" cy="754865"/>
                  <a:chOff x="3799473" y="3560865"/>
                  <a:chExt cx="823481" cy="754865"/>
                </a:xfrm>
              </p:grpSpPr>
              <p:grpSp>
                <p:nvGrpSpPr>
                  <p:cNvPr id="137" name="Group 136">
                    <a:extLst>
                      <a:ext uri="{FF2B5EF4-FFF2-40B4-BE49-F238E27FC236}">
                        <a16:creationId xmlns:a16="http://schemas.microsoft.com/office/drawing/2014/main" id="{4A424DED-A200-47A5-94E7-E3FE1A41FCCA}"/>
                      </a:ext>
                    </a:extLst>
                  </p:cNvPr>
                  <p:cNvGrpSpPr/>
                  <p:nvPr/>
                </p:nvGrpSpPr>
                <p:grpSpPr>
                  <a:xfrm>
                    <a:off x="3799473" y="3575705"/>
                    <a:ext cx="823481" cy="740025"/>
                    <a:chOff x="3799473" y="3575705"/>
                    <a:chExt cx="823481" cy="740025"/>
                  </a:xfrm>
                </p:grpSpPr>
                <p:pic>
                  <p:nvPicPr>
                    <p:cNvPr id="139" name="Picture 138">
                      <a:extLst>
                        <a:ext uri="{FF2B5EF4-FFF2-40B4-BE49-F238E27FC236}">
                          <a16:creationId xmlns:a16="http://schemas.microsoft.com/office/drawing/2014/main" id="{434C3EA8-F269-459C-8591-198E7603F672}"/>
                        </a:ext>
                      </a:extLst>
                    </p:cNvPr>
                    <p:cNvPicPr>
                      <a:picLocks noChangeAspect="1"/>
                    </p:cNvPicPr>
                    <p:nvPr/>
                  </p:nvPicPr>
                  <p:blipFill rotWithShape="1">
                    <a:blip r:embed="rId7"/>
                    <a:srcRect l="9905" t="12916" r="84548" b="67149"/>
                    <a:stretch/>
                  </p:blipFill>
                  <p:spPr>
                    <a:xfrm rot="1701652">
                      <a:off x="3946215" y="3575705"/>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pic>
                  <p:nvPicPr>
                    <p:cNvPr id="140" name="Picture 139">
                      <a:extLst>
                        <a:ext uri="{FF2B5EF4-FFF2-40B4-BE49-F238E27FC236}">
                          <a16:creationId xmlns:a16="http://schemas.microsoft.com/office/drawing/2014/main" id="{2E91D8FE-CFF4-4CC3-91A6-319413C4340C}"/>
                        </a:ext>
                      </a:extLst>
                    </p:cNvPr>
                    <p:cNvPicPr>
                      <a:picLocks noChangeAspect="1"/>
                    </p:cNvPicPr>
                    <p:nvPr/>
                  </p:nvPicPr>
                  <p:blipFill rotWithShape="1">
                    <a:blip r:embed="rId7"/>
                    <a:srcRect l="9905" t="12916" r="84548" b="67149"/>
                    <a:stretch/>
                  </p:blipFill>
                  <p:spPr>
                    <a:xfrm rot="1701652">
                      <a:off x="4379202" y="4041108"/>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pic>
                  <p:nvPicPr>
                    <p:cNvPr id="141" name="Picture 140">
                      <a:extLst>
                        <a:ext uri="{FF2B5EF4-FFF2-40B4-BE49-F238E27FC236}">
                          <a16:creationId xmlns:a16="http://schemas.microsoft.com/office/drawing/2014/main" id="{3D06E52E-DCCB-45A3-BDBA-B3AF8B80A7A3}"/>
                        </a:ext>
                      </a:extLst>
                    </p:cNvPr>
                    <p:cNvPicPr>
                      <a:picLocks noChangeAspect="1"/>
                    </p:cNvPicPr>
                    <p:nvPr/>
                  </p:nvPicPr>
                  <p:blipFill rotWithShape="1">
                    <a:blip r:embed="rId7"/>
                    <a:srcRect l="9905" t="12916" r="84548" b="67149"/>
                    <a:stretch/>
                  </p:blipFill>
                  <p:spPr>
                    <a:xfrm rot="1701652">
                      <a:off x="3799473" y="3787825"/>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grpSp>
              <p:pic>
                <p:nvPicPr>
                  <p:cNvPr id="138" name="Picture 137">
                    <a:extLst>
                      <a:ext uri="{FF2B5EF4-FFF2-40B4-BE49-F238E27FC236}">
                        <a16:creationId xmlns:a16="http://schemas.microsoft.com/office/drawing/2014/main" id="{AA4A3C91-7370-416B-A8C4-5DCCDF591CC3}"/>
                      </a:ext>
                    </a:extLst>
                  </p:cNvPr>
                  <p:cNvPicPr>
                    <a:picLocks noChangeAspect="1"/>
                  </p:cNvPicPr>
                  <p:nvPr/>
                </p:nvPicPr>
                <p:blipFill rotWithShape="1">
                  <a:blip r:embed="rId7"/>
                  <a:srcRect l="9905" t="12916" r="84548" b="67149"/>
                  <a:stretch/>
                </p:blipFill>
                <p:spPr>
                  <a:xfrm rot="1701652">
                    <a:off x="4259829" y="3560865"/>
                    <a:ext cx="243752" cy="274622"/>
                  </a:xfrm>
                  <a:prstGeom prst="rect">
                    <a:avLst/>
                  </a:prstGeom>
                  <a:ln w="38100" cap="sq">
                    <a:solidFill>
                      <a:srgbClr val="00B050"/>
                    </a:solidFill>
                    <a:prstDash val="solid"/>
                    <a:miter lim="800000"/>
                  </a:ln>
                  <a:effectLst>
                    <a:outerShdw blurRad="50800" dist="38100" dir="2700000" algn="tl" rotWithShape="0">
                      <a:srgbClr val="000000">
                        <a:alpha val="43000"/>
                      </a:srgbClr>
                    </a:outerShdw>
                  </a:effectLst>
                </p:spPr>
              </p:pic>
            </p:grpSp>
          </p:grpSp>
          <p:pic>
            <p:nvPicPr>
              <p:cNvPr id="133" name="Picture 132">
                <a:extLst>
                  <a:ext uri="{FF2B5EF4-FFF2-40B4-BE49-F238E27FC236}">
                    <a16:creationId xmlns:a16="http://schemas.microsoft.com/office/drawing/2014/main" id="{48A2B7B9-CD73-4873-A857-524119561532}"/>
                  </a:ext>
                </a:extLst>
              </p:cNvPr>
              <p:cNvPicPr>
                <a:picLocks noChangeAspect="1"/>
              </p:cNvPicPr>
              <p:nvPr/>
            </p:nvPicPr>
            <p:blipFill rotWithShape="1">
              <a:blip r:embed="rId7"/>
              <a:srcRect l="9905" t="12916" r="84548" b="67149"/>
              <a:stretch/>
            </p:blipFill>
            <p:spPr>
              <a:xfrm rot="1701652">
                <a:off x="7457441" y="3897361"/>
                <a:ext cx="243752" cy="274622"/>
              </a:xfrm>
              <a:prstGeom prst="rect">
                <a:avLst/>
              </a:prstGeom>
              <a:ln w="38100" cap="sq">
                <a:solidFill>
                  <a:srgbClr val="00B050"/>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pic>
            <p:nvPicPr>
              <p:cNvPr id="134" name="Picture 133">
                <a:extLst>
                  <a:ext uri="{FF2B5EF4-FFF2-40B4-BE49-F238E27FC236}">
                    <a16:creationId xmlns:a16="http://schemas.microsoft.com/office/drawing/2014/main" id="{0C4C53F1-EB75-464D-BC8A-87E765601D1F}"/>
                  </a:ext>
                </a:extLst>
              </p:cNvPr>
              <p:cNvPicPr>
                <a:picLocks noChangeAspect="1"/>
              </p:cNvPicPr>
              <p:nvPr/>
            </p:nvPicPr>
            <p:blipFill rotWithShape="1">
              <a:blip r:embed="rId7"/>
              <a:srcRect l="9905" t="12916" r="84548" b="67149"/>
              <a:stretch/>
            </p:blipFill>
            <p:spPr>
              <a:xfrm rot="1701652">
                <a:off x="6528493" y="4297430"/>
                <a:ext cx="243752" cy="274622"/>
              </a:xfrm>
              <a:prstGeom prst="rect">
                <a:avLst/>
              </a:prstGeom>
              <a:ln w="38100" cap="sq">
                <a:solidFill>
                  <a:srgbClr val="00B050"/>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grpSp>
        <p:grpSp>
          <p:nvGrpSpPr>
            <p:cNvPr id="112" name="Group 111">
              <a:extLst>
                <a:ext uri="{FF2B5EF4-FFF2-40B4-BE49-F238E27FC236}">
                  <a16:creationId xmlns:a16="http://schemas.microsoft.com/office/drawing/2014/main" id="{7EBBD97C-236D-4FB3-B007-30F9EF8A3227}"/>
                </a:ext>
              </a:extLst>
            </p:cNvPr>
            <p:cNvGrpSpPr/>
            <p:nvPr/>
          </p:nvGrpSpPr>
          <p:grpSpPr>
            <a:xfrm>
              <a:off x="11201541" y="2486577"/>
              <a:ext cx="813751" cy="1147568"/>
              <a:chOff x="8104363" y="2498246"/>
              <a:chExt cx="976847" cy="1182027"/>
            </a:xfrm>
          </p:grpSpPr>
          <p:grpSp>
            <p:nvGrpSpPr>
              <p:cNvPr id="122" name="Group 121">
                <a:extLst>
                  <a:ext uri="{FF2B5EF4-FFF2-40B4-BE49-F238E27FC236}">
                    <a16:creationId xmlns:a16="http://schemas.microsoft.com/office/drawing/2014/main" id="{B463EC54-D768-43D9-A5E7-A5CBB279D139}"/>
                  </a:ext>
                </a:extLst>
              </p:cNvPr>
              <p:cNvGrpSpPr/>
              <p:nvPr/>
            </p:nvGrpSpPr>
            <p:grpSpPr>
              <a:xfrm>
                <a:off x="8104363" y="2498246"/>
                <a:ext cx="976847" cy="1182027"/>
                <a:chOff x="8052512" y="2575306"/>
                <a:chExt cx="976847" cy="1182027"/>
              </a:xfrm>
            </p:grpSpPr>
            <p:grpSp>
              <p:nvGrpSpPr>
                <p:cNvPr id="124" name="Group 123">
                  <a:extLst>
                    <a:ext uri="{FF2B5EF4-FFF2-40B4-BE49-F238E27FC236}">
                      <a16:creationId xmlns:a16="http://schemas.microsoft.com/office/drawing/2014/main" id="{6BC54EDD-3B5E-4F7D-87C9-1DB6A96E8B1F}"/>
                    </a:ext>
                  </a:extLst>
                </p:cNvPr>
                <p:cNvGrpSpPr/>
                <p:nvPr/>
              </p:nvGrpSpPr>
              <p:grpSpPr>
                <a:xfrm>
                  <a:off x="8052512" y="2575306"/>
                  <a:ext cx="976847" cy="996634"/>
                  <a:chOff x="5155719" y="2126886"/>
                  <a:chExt cx="976847" cy="996634"/>
                </a:xfrm>
              </p:grpSpPr>
              <p:pic>
                <p:nvPicPr>
                  <p:cNvPr id="126" name="Picture 125">
                    <a:extLst>
                      <a:ext uri="{FF2B5EF4-FFF2-40B4-BE49-F238E27FC236}">
                        <a16:creationId xmlns:a16="http://schemas.microsoft.com/office/drawing/2014/main" id="{873AB3F7-3A23-457B-8CB0-2296D148ED96}"/>
                      </a:ext>
                    </a:extLst>
                  </p:cNvPr>
                  <p:cNvPicPr>
                    <a:picLocks noChangeAspect="1"/>
                  </p:cNvPicPr>
                  <p:nvPr/>
                </p:nvPicPr>
                <p:blipFill rotWithShape="1">
                  <a:blip r:embed="rId7"/>
                  <a:srcRect l="9905" t="12916" r="84548" b="67149"/>
                  <a:stretch/>
                </p:blipFill>
                <p:spPr>
                  <a:xfrm rot="1987493">
                    <a:off x="5393915" y="2350549"/>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127" name="Picture 126">
                    <a:extLst>
                      <a:ext uri="{FF2B5EF4-FFF2-40B4-BE49-F238E27FC236}">
                        <a16:creationId xmlns:a16="http://schemas.microsoft.com/office/drawing/2014/main" id="{2FE34A5E-2B08-4055-B450-BAFFA7FDEC37}"/>
                      </a:ext>
                    </a:extLst>
                  </p:cNvPr>
                  <p:cNvPicPr>
                    <a:picLocks noChangeAspect="1"/>
                  </p:cNvPicPr>
                  <p:nvPr/>
                </p:nvPicPr>
                <p:blipFill rotWithShape="1">
                  <a:blip r:embed="rId7"/>
                  <a:srcRect l="9905" t="12916" r="84548" b="67149"/>
                  <a:stretch/>
                </p:blipFill>
                <p:spPr>
                  <a:xfrm rot="1987493">
                    <a:off x="5394815" y="2821436"/>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128" name="Picture 127">
                    <a:extLst>
                      <a:ext uri="{FF2B5EF4-FFF2-40B4-BE49-F238E27FC236}">
                        <a16:creationId xmlns:a16="http://schemas.microsoft.com/office/drawing/2014/main" id="{9F69FD5E-0246-48EF-82EA-7F8EF02F4C77}"/>
                      </a:ext>
                    </a:extLst>
                  </p:cNvPr>
                  <p:cNvPicPr>
                    <a:picLocks noChangeAspect="1"/>
                  </p:cNvPicPr>
                  <p:nvPr/>
                </p:nvPicPr>
                <p:blipFill rotWithShape="1">
                  <a:blip r:embed="rId7"/>
                  <a:srcRect l="9905" t="12916" r="84548" b="67149"/>
                  <a:stretch/>
                </p:blipFill>
                <p:spPr>
                  <a:xfrm rot="1987493">
                    <a:off x="5256443" y="2517344"/>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129" name="Picture 128">
                    <a:extLst>
                      <a:ext uri="{FF2B5EF4-FFF2-40B4-BE49-F238E27FC236}">
                        <a16:creationId xmlns:a16="http://schemas.microsoft.com/office/drawing/2014/main" id="{14AC4988-980B-492D-8B15-8417E10E0127}"/>
                      </a:ext>
                    </a:extLst>
                  </p:cNvPr>
                  <p:cNvPicPr>
                    <a:picLocks noChangeAspect="1"/>
                  </p:cNvPicPr>
                  <p:nvPr/>
                </p:nvPicPr>
                <p:blipFill rotWithShape="1">
                  <a:blip r:embed="rId7"/>
                  <a:srcRect l="9905" t="12916" r="84548" b="67149"/>
                  <a:stretch/>
                </p:blipFill>
                <p:spPr>
                  <a:xfrm rot="1987493">
                    <a:off x="5864439" y="2566742"/>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130" name="Picture 129">
                    <a:extLst>
                      <a:ext uri="{FF2B5EF4-FFF2-40B4-BE49-F238E27FC236}">
                        <a16:creationId xmlns:a16="http://schemas.microsoft.com/office/drawing/2014/main" id="{E542D91B-5264-42B9-8268-ECAA17EEB9D2}"/>
                      </a:ext>
                    </a:extLst>
                  </p:cNvPr>
                  <p:cNvPicPr>
                    <a:picLocks noChangeAspect="1"/>
                  </p:cNvPicPr>
                  <p:nvPr/>
                </p:nvPicPr>
                <p:blipFill rotWithShape="1">
                  <a:blip r:embed="rId7"/>
                  <a:srcRect l="9905" t="12916" r="84548" b="67149"/>
                  <a:stretch/>
                </p:blipFill>
                <p:spPr>
                  <a:xfrm rot="1987493">
                    <a:off x="5732835" y="2126886"/>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pic>
                <p:nvPicPr>
                  <p:cNvPr id="131" name="Picture 130">
                    <a:extLst>
                      <a:ext uri="{FF2B5EF4-FFF2-40B4-BE49-F238E27FC236}">
                        <a16:creationId xmlns:a16="http://schemas.microsoft.com/office/drawing/2014/main" id="{35CB1C66-A13B-46C7-A773-AC28D229FBD4}"/>
                      </a:ext>
                    </a:extLst>
                  </p:cNvPr>
                  <p:cNvPicPr>
                    <a:picLocks noChangeAspect="1"/>
                  </p:cNvPicPr>
                  <p:nvPr/>
                </p:nvPicPr>
                <p:blipFill rotWithShape="1">
                  <a:blip r:embed="rId7"/>
                  <a:srcRect l="9905" t="12916" r="84548" b="67149"/>
                  <a:stretch/>
                </p:blipFill>
                <p:spPr>
                  <a:xfrm rot="1987493">
                    <a:off x="5155719" y="2205672"/>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grpSp>
            <p:pic>
              <p:nvPicPr>
                <p:cNvPr id="125" name="Picture 124">
                  <a:extLst>
                    <a:ext uri="{FF2B5EF4-FFF2-40B4-BE49-F238E27FC236}">
                      <a16:creationId xmlns:a16="http://schemas.microsoft.com/office/drawing/2014/main" id="{97A7BE4E-56BB-4A2F-8184-8C1F61465E27}"/>
                    </a:ext>
                  </a:extLst>
                </p:cNvPr>
                <p:cNvPicPr>
                  <a:picLocks noChangeAspect="1"/>
                </p:cNvPicPr>
                <p:nvPr/>
              </p:nvPicPr>
              <p:blipFill rotWithShape="1">
                <a:blip r:embed="rId7"/>
                <a:srcRect l="9905" t="12916" r="84548" b="67149"/>
                <a:stretch/>
              </p:blipFill>
              <p:spPr>
                <a:xfrm rot="1987493">
                  <a:off x="8693853" y="3458907"/>
                  <a:ext cx="264881" cy="298426"/>
                </a:xfrm>
                <a:prstGeom prst="rect">
                  <a:avLst/>
                </a:prstGeom>
                <a:ln w="38100" cap="sq">
                  <a:solidFill>
                    <a:srgbClr val="E8D80E"/>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grpSp>
          <p:pic>
            <p:nvPicPr>
              <p:cNvPr id="123" name="Picture 122">
                <a:extLst>
                  <a:ext uri="{FF2B5EF4-FFF2-40B4-BE49-F238E27FC236}">
                    <a16:creationId xmlns:a16="http://schemas.microsoft.com/office/drawing/2014/main" id="{24E33F05-3EC4-4ACA-A5E8-709067F72F4A}"/>
                  </a:ext>
                </a:extLst>
              </p:cNvPr>
              <p:cNvPicPr>
                <a:picLocks noChangeAspect="1"/>
              </p:cNvPicPr>
              <p:nvPr/>
            </p:nvPicPr>
            <p:blipFill rotWithShape="1">
              <a:blip r:embed="rId7"/>
              <a:srcRect l="9905" t="12916" r="84548" b="67149"/>
              <a:stretch/>
            </p:blipFill>
            <p:spPr>
              <a:xfrm rot="1987493">
                <a:off x="8554814" y="2762235"/>
                <a:ext cx="268127" cy="302084"/>
              </a:xfrm>
              <a:prstGeom prst="rect">
                <a:avLst/>
              </a:prstGeom>
              <a:ln w="38100" cap="sq">
                <a:solidFill>
                  <a:srgbClr val="E8D80E"/>
                </a:solidFill>
                <a:prstDash val="solid"/>
                <a:miter lim="800000"/>
              </a:ln>
              <a:effectLst>
                <a:outerShdw blurRad="50800" dist="38100" dir="2700000" algn="tl" rotWithShape="0">
                  <a:srgbClr val="000000">
                    <a:alpha val="43000"/>
                  </a:srgbClr>
                </a:outerShdw>
              </a:effectLst>
            </p:spPr>
          </p:pic>
        </p:grpSp>
        <p:grpSp>
          <p:nvGrpSpPr>
            <p:cNvPr id="113" name="Group 112">
              <a:extLst>
                <a:ext uri="{FF2B5EF4-FFF2-40B4-BE49-F238E27FC236}">
                  <a16:creationId xmlns:a16="http://schemas.microsoft.com/office/drawing/2014/main" id="{D81726D2-7B39-43CD-9F23-9FE6791D387E}"/>
                </a:ext>
              </a:extLst>
            </p:cNvPr>
            <p:cNvGrpSpPr/>
            <p:nvPr/>
          </p:nvGrpSpPr>
          <p:grpSpPr>
            <a:xfrm>
              <a:off x="11206894" y="3807592"/>
              <a:ext cx="745141" cy="823530"/>
              <a:chOff x="8000809" y="4054917"/>
              <a:chExt cx="894486" cy="848259"/>
            </a:xfrm>
          </p:grpSpPr>
          <p:grpSp>
            <p:nvGrpSpPr>
              <p:cNvPr id="114" name="Group 113">
                <a:extLst>
                  <a:ext uri="{FF2B5EF4-FFF2-40B4-BE49-F238E27FC236}">
                    <a16:creationId xmlns:a16="http://schemas.microsoft.com/office/drawing/2014/main" id="{5B9B8C7C-7DE9-4616-8049-45EC41A19EC2}"/>
                  </a:ext>
                </a:extLst>
              </p:cNvPr>
              <p:cNvGrpSpPr/>
              <p:nvPr/>
            </p:nvGrpSpPr>
            <p:grpSpPr>
              <a:xfrm>
                <a:off x="8123676" y="4054917"/>
                <a:ext cx="771619" cy="779406"/>
                <a:chOff x="5144525" y="3519929"/>
                <a:chExt cx="771619" cy="779406"/>
              </a:xfrm>
            </p:grpSpPr>
            <p:pic>
              <p:nvPicPr>
                <p:cNvPr id="117" name="Picture 116">
                  <a:extLst>
                    <a:ext uri="{FF2B5EF4-FFF2-40B4-BE49-F238E27FC236}">
                      <a16:creationId xmlns:a16="http://schemas.microsoft.com/office/drawing/2014/main" id="{BDC9980F-ED64-407E-BC62-11467325DDF5}"/>
                    </a:ext>
                  </a:extLst>
                </p:cNvPr>
                <p:cNvPicPr>
                  <a:picLocks noChangeAspect="1"/>
                </p:cNvPicPr>
                <p:nvPr/>
              </p:nvPicPr>
              <p:blipFill rotWithShape="1">
                <a:blip r:embed="rId7"/>
                <a:srcRect l="9905" t="12916" r="84548" b="67149"/>
                <a:stretch/>
              </p:blipFill>
              <p:spPr>
                <a:xfrm rot="2316403">
                  <a:off x="5345973" y="3519929"/>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118" name="Picture 117">
                  <a:extLst>
                    <a:ext uri="{FF2B5EF4-FFF2-40B4-BE49-F238E27FC236}">
                      <a16:creationId xmlns:a16="http://schemas.microsoft.com/office/drawing/2014/main" id="{CE130ED8-5AF8-456E-BEC3-6BA854C7F088}"/>
                    </a:ext>
                  </a:extLst>
                </p:cNvPr>
                <p:cNvPicPr>
                  <a:picLocks noChangeAspect="1"/>
                </p:cNvPicPr>
                <p:nvPr/>
              </p:nvPicPr>
              <p:blipFill rotWithShape="1">
                <a:blip r:embed="rId7"/>
                <a:srcRect l="9905" t="12916" r="84548" b="67149"/>
                <a:stretch/>
              </p:blipFill>
              <p:spPr>
                <a:xfrm rot="2316403">
                  <a:off x="5672392" y="3522954"/>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119" name="Picture 118">
                  <a:extLst>
                    <a:ext uri="{FF2B5EF4-FFF2-40B4-BE49-F238E27FC236}">
                      <a16:creationId xmlns:a16="http://schemas.microsoft.com/office/drawing/2014/main" id="{0D52D97D-4721-48A4-99AB-609D2B2AD40B}"/>
                    </a:ext>
                  </a:extLst>
                </p:cNvPr>
                <p:cNvPicPr>
                  <a:picLocks noChangeAspect="1"/>
                </p:cNvPicPr>
                <p:nvPr/>
              </p:nvPicPr>
              <p:blipFill rotWithShape="1">
                <a:blip r:embed="rId7"/>
                <a:srcRect l="9905" t="12916" r="84548" b="67149"/>
                <a:stretch/>
              </p:blipFill>
              <p:spPr>
                <a:xfrm rot="2316403">
                  <a:off x="5144525" y="3679351"/>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120" name="Picture 119">
                  <a:extLst>
                    <a:ext uri="{FF2B5EF4-FFF2-40B4-BE49-F238E27FC236}">
                      <a16:creationId xmlns:a16="http://schemas.microsoft.com/office/drawing/2014/main" id="{D574D163-21A8-4E5E-BEC4-D7A53A53A3B5}"/>
                    </a:ext>
                  </a:extLst>
                </p:cNvPr>
                <p:cNvPicPr>
                  <a:picLocks noChangeAspect="1"/>
                </p:cNvPicPr>
                <p:nvPr/>
              </p:nvPicPr>
              <p:blipFill rotWithShape="1">
                <a:blip r:embed="rId7"/>
                <a:srcRect l="9905" t="12916" r="84548" b="67149"/>
                <a:stretch/>
              </p:blipFill>
              <p:spPr>
                <a:xfrm rot="2316403">
                  <a:off x="5325442" y="4024713"/>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pic>
              <p:nvPicPr>
                <p:cNvPr id="121" name="Picture 120">
                  <a:extLst>
                    <a:ext uri="{FF2B5EF4-FFF2-40B4-BE49-F238E27FC236}">
                      <a16:creationId xmlns:a16="http://schemas.microsoft.com/office/drawing/2014/main" id="{4D388BFF-5C75-41C3-B9E4-CE541CC66391}"/>
                    </a:ext>
                  </a:extLst>
                </p:cNvPr>
                <p:cNvPicPr>
                  <a:picLocks noChangeAspect="1"/>
                </p:cNvPicPr>
                <p:nvPr/>
              </p:nvPicPr>
              <p:blipFill rotWithShape="1">
                <a:blip r:embed="rId7"/>
                <a:srcRect l="9905" t="12916" r="84548" b="67149"/>
                <a:stretch/>
              </p:blipFill>
              <p:spPr>
                <a:xfrm rot="2316403">
                  <a:off x="5648145" y="3938550"/>
                  <a:ext cx="243752" cy="274622"/>
                </a:xfrm>
                <a:prstGeom prst="rect">
                  <a:avLst/>
                </a:prstGeom>
                <a:ln w="38100" cap="sq">
                  <a:solidFill>
                    <a:srgbClr val="4268C0"/>
                  </a:solidFill>
                  <a:prstDash val="solid"/>
                  <a:miter lim="800000"/>
                </a:ln>
                <a:effectLst>
                  <a:outerShdw blurRad="50800" dist="38100" dir="2700000" algn="tl" rotWithShape="0">
                    <a:srgbClr val="000000">
                      <a:alpha val="43000"/>
                    </a:srgbClr>
                  </a:outerShdw>
                </a:effectLst>
              </p:spPr>
            </p:pic>
          </p:grpSp>
          <p:pic>
            <p:nvPicPr>
              <p:cNvPr id="115" name="Picture 114">
                <a:extLst>
                  <a:ext uri="{FF2B5EF4-FFF2-40B4-BE49-F238E27FC236}">
                    <a16:creationId xmlns:a16="http://schemas.microsoft.com/office/drawing/2014/main" id="{3377CCD7-9346-4211-AD98-F9FC6C7E381D}"/>
                  </a:ext>
                </a:extLst>
              </p:cNvPr>
              <p:cNvPicPr>
                <a:picLocks noChangeAspect="1"/>
              </p:cNvPicPr>
              <p:nvPr/>
            </p:nvPicPr>
            <p:blipFill rotWithShape="1">
              <a:blip r:embed="rId7"/>
              <a:srcRect l="9905" t="12916" r="84548" b="67149"/>
              <a:stretch/>
            </p:blipFill>
            <p:spPr>
              <a:xfrm rot="2316403">
                <a:off x="8000809" y="4476154"/>
                <a:ext cx="243752" cy="274622"/>
              </a:xfrm>
              <a:prstGeom prst="rect">
                <a:avLst/>
              </a:prstGeom>
              <a:ln w="38100" cap="sq">
                <a:solidFill>
                  <a:srgbClr val="4268C0"/>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pic>
            <p:nvPicPr>
              <p:cNvPr id="116" name="Picture 115">
                <a:extLst>
                  <a:ext uri="{FF2B5EF4-FFF2-40B4-BE49-F238E27FC236}">
                    <a16:creationId xmlns:a16="http://schemas.microsoft.com/office/drawing/2014/main" id="{758EDEFB-3ECA-4F44-B5C3-D6FB75606A19}"/>
                  </a:ext>
                </a:extLst>
              </p:cNvPr>
              <p:cNvPicPr>
                <a:picLocks noChangeAspect="1"/>
              </p:cNvPicPr>
              <p:nvPr/>
            </p:nvPicPr>
            <p:blipFill rotWithShape="1">
              <a:blip r:embed="rId7"/>
              <a:srcRect l="9905" t="12916" r="84548" b="67149"/>
              <a:stretch/>
            </p:blipFill>
            <p:spPr>
              <a:xfrm rot="2316403">
                <a:off x="8153209" y="4628554"/>
                <a:ext cx="243752" cy="274622"/>
              </a:xfrm>
              <a:prstGeom prst="rect">
                <a:avLst/>
              </a:prstGeom>
              <a:ln w="38100" cap="sq">
                <a:solidFill>
                  <a:srgbClr val="4268C0"/>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grpSp>
      </p:grpSp>
      <p:sp>
        <p:nvSpPr>
          <p:cNvPr id="151" name="Arrow: Right 150">
            <a:extLst>
              <a:ext uri="{FF2B5EF4-FFF2-40B4-BE49-F238E27FC236}">
                <a16:creationId xmlns:a16="http://schemas.microsoft.com/office/drawing/2014/main" id="{805B873B-21FD-4C0B-8C98-79F6321B0513}"/>
              </a:ext>
            </a:extLst>
          </p:cNvPr>
          <p:cNvSpPr/>
          <p:nvPr/>
        </p:nvSpPr>
        <p:spPr>
          <a:xfrm>
            <a:off x="8878249" y="3157216"/>
            <a:ext cx="769404" cy="205217"/>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TextBox 151">
            <a:extLst>
              <a:ext uri="{FF2B5EF4-FFF2-40B4-BE49-F238E27FC236}">
                <a16:creationId xmlns:a16="http://schemas.microsoft.com/office/drawing/2014/main" id="{1BF5CB93-A00B-4B35-A56B-41066E779AF0}"/>
              </a:ext>
            </a:extLst>
          </p:cNvPr>
          <p:cNvSpPr txBox="1"/>
          <p:nvPr/>
        </p:nvSpPr>
        <p:spPr>
          <a:xfrm>
            <a:off x="8982481" y="2685252"/>
            <a:ext cx="914400" cy="914400"/>
          </a:xfrm>
          <a:prstGeom prst="rect">
            <a:avLst/>
          </a:prstGeom>
        </p:spPr>
        <p:txBody>
          <a:bodyPr wrap="none" lIns="0" tIns="0" rIns="0" bIns="0" rtlCol="0" anchor="t">
            <a:normAutofit/>
          </a:bodyPr>
          <a:lstStyle/>
          <a:p>
            <a:pPr algn="l"/>
            <a:r>
              <a:rPr lang="en-IN" sz="1400" b="0" dirty="0">
                <a:solidFill>
                  <a:schemeClr val="accent1"/>
                </a:solidFill>
              </a:rPr>
              <a:t>Post </a:t>
            </a:r>
          </a:p>
          <a:p>
            <a:pPr algn="l"/>
            <a:r>
              <a:rPr lang="en-IN" sz="1400" b="0" dirty="0">
                <a:solidFill>
                  <a:schemeClr val="accent1"/>
                </a:solidFill>
              </a:rPr>
              <a:t>Filtering</a:t>
            </a:r>
            <a:endParaRPr lang="en-US" sz="2000" b="0" dirty="0">
              <a:solidFill>
                <a:schemeClr val="accent1"/>
              </a:solidFill>
            </a:endParaRPr>
          </a:p>
        </p:txBody>
      </p:sp>
      <p:sp>
        <p:nvSpPr>
          <p:cNvPr id="153" name="TextBox 152">
            <a:extLst>
              <a:ext uri="{FF2B5EF4-FFF2-40B4-BE49-F238E27FC236}">
                <a16:creationId xmlns:a16="http://schemas.microsoft.com/office/drawing/2014/main" id="{69012263-7576-4CB9-A309-47EE18ED2499}"/>
              </a:ext>
            </a:extLst>
          </p:cNvPr>
          <p:cNvSpPr txBox="1"/>
          <p:nvPr/>
        </p:nvSpPr>
        <p:spPr>
          <a:xfrm>
            <a:off x="3219322" y="5224921"/>
            <a:ext cx="1626851" cy="914400"/>
          </a:xfrm>
          <a:prstGeom prst="rect">
            <a:avLst/>
          </a:prstGeom>
          <a:ln>
            <a:solidFill>
              <a:schemeClr val="tx1"/>
            </a:solidFill>
          </a:ln>
        </p:spPr>
        <p:txBody>
          <a:bodyPr wrap="none" lIns="0" tIns="0" rIns="0" bIns="0" rtlCol="0" anchor="t">
            <a:normAutofit/>
          </a:bodyPr>
          <a:lstStyle/>
          <a:p>
            <a:pPr algn="l"/>
            <a:r>
              <a:rPr lang="en-IN" sz="1600" dirty="0"/>
              <a:t>Clustered test </a:t>
            </a:r>
          </a:p>
          <a:p>
            <a:pPr algn="l"/>
            <a:r>
              <a:rPr lang="en-IN" sz="1600" dirty="0"/>
              <a:t>customers</a:t>
            </a:r>
            <a:endParaRPr lang="en-US" sz="2000" b="0" dirty="0"/>
          </a:p>
        </p:txBody>
      </p:sp>
      <p:sp>
        <p:nvSpPr>
          <p:cNvPr id="154" name="TextBox 153">
            <a:extLst>
              <a:ext uri="{FF2B5EF4-FFF2-40B4-BE49-F238E27FC236}">
                <a16:creationId xmlns:a16="http://schemas.microsoft.com/office/drawing/2014/main" id="{031779E0-D2CE-4EC1-9634-D2E39769BA4D}"/>
              </a:ext>
            </a:extLst>
          </p:cNvPr>
          <p:cNvSpPr txBox="1"/>
          <p:nvPr/>
        </p:nvSpPr>
        <p:spPr>
          <a:xfrm>
            <a:off x="6168842" y="5212987"/>
            <a:ext cx="2992342" cy="914400"/>
          </a:xfrm>
          <a:prstGeom prst="rect">
            <a:avLst/>
          </a:prstGeom>
          <a:ln>
            <a:solidFill>
              <a:schemeClr val="tx1"/>
            </a:solidFill>
          </a:ln>
        </p:spPr>
        <p:txBody>
          <a:bodyPr wrap="none" lIns="0" tIns="0" rIns="0" bIns="0" rtlCol="0" anchor="t">
            <a:normAutofit/>
          </a:bodyPr>
          <a:lstStyle/>
          <a:p>
            <a:pPr algn="l"/>
            <a:r>
              <a:rPr lang="en-IN" sz="1600" dirty="0"/>
              <a:t>Assigning the control customers </a:t>
            </a:r>
          </a:p>
          <a:p>
            <a:pPr algn="l"/>
            <a:r>
              <a:rPr lang="en-IN" sz="1600" dirty="0"/>
              <a:t>to the clusters and remove </a:t>
            </a:r>
          </a:p>
          <a:p>
            <a:pPr algn="l"/>
            <a:r>
              <a:rPr lang="en-IN" sz="1600" dirty="0"/>
              <a:t>the control that are too far</a:t>
            </a:r>
            <a:endParaRPr lang="en-US" sz="1600" b="0" dirty="0"/>
          </a:p>
        </p:txBody>
      </p:sp>
      <p:grpSp>
        <p:nvGrpSpPr>
          <p:cNvPr id="155" name="Group 154">
            <a:extLst>
              <a:ext uri="{FF2B5EF4-FFF2-40B4-BE49-F238E27FC236}">
                <a16:creationId xmlns:a16="http://schemas.microsoft.com/office/drawing/2014/main" id="{8BA24589-99BB-4260-8FF4-D69DDFFB29F0}"/>
              </a:ext>
            </a:extLst>
          </p:cNvPr>
          <p:cNvGrpSpPr/>
          <p:nvPr/>
        </p:nvGrpSpPr>
        <p:grpSpPr>
          <a:xfrm>
            <a:off x="5759418" y="4180395"/>
            <a:ext cx="659876" cy="571537"/>
            <a:chOff x="5957740" y="4456038"/>
            <a:chExt cx="659876" cy="571537"/>
          </a:xfrm>
        </p:grpSpPr>
        <p:sp>
          <p:nvSpPr>
            <p:cNvPr id="156" name="Oval 155">
              <a:extLst>
                <a:ext uri="{FF2B5EF4-FFF2-40B4-BE49-F238E27FC236}">
                  <a16:creationId xmlns:a16="http://schemas.microsoft.com/office/drawing/2014/main" id="{2CF720D8-0E19-48EB-87F4-CE4D03AD28A2}"/>
                </a:ext>
              </a:extLst>
            </p:cNvPr>
            <p:cNvSpPr/>
            <p:nvPr/>
          </p:nvSpPr>
          <p:spPr>
            <a:xfrm>
              <a:off x="5957740" y="4456038"/>
              <a:ext cx="659876" cy="571537"/>
            </a:xfrm>
            <a:prstGeom prst="ellipse">
              <a:avLst/>
            </a:prstGeom>
            <a:noFill/>
            <a:ln w="28575">
              <a:solidFill>
                <a:srgbClr val="FF7C8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7" name="Picture 156">
              <a:extLst>
                <a:ext uri="{FF2B5EF4-FFF2-40B4-BE49-F238E27FC236}">
                  <a16:creationId xmlns:a16="http://schemas.microsoft.com/office/drawing/2014/main" id="{9CD3DD19-779B-45E0-9683-AEB6361DDBB6}"/>
                </a:ext>
              </a:extLst>
            </p:cNvPr>
            <p:cNvPicPr>
              <a:picLocks noChangeAspect="1"/>
            </p:cNvPicPr>
            <p:nvPr/>
          </p:nvPicPr>
          <p:blipFill rotWithShape="1">
            <a:blip r:embed="rId7"/>
            <a:srcRect l="9905" t="12916" r="84548" b="67149"/>
            <a:stretch/>
          </p:blipFill>
          <p:spPr>
            <a:xfrm rot="1701652">
              <a:off x="6192626" y="4624736"/>
              <a:ext cx="211369" cy="239341"/>
            </a:xfrm>
            <a:prstGeom prst="rect">
              <a:avLst/>
            </a:prstGeom>
            <a:ln w="38100" cap="sq">
              <a:solidFill>
                <a:srgbClr val="00B050"/>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grpSp>
      <p:pic>
        <p:nvPicPr>
          <p:cNvPr id="158" name="Picture 157">
            <a:extLst>
              <a:ext uri="{FF2B5EF4-FFF2-40B4-BE49-F238E27FC236}">
                <a16:creationId xmlns:a16="http://schemas.microsoft.com/office/drawing/2014/main" id="{C88D74D6-FFB1-4D2D-9FF4-80979FDD4C11}"/>
              </a:ext>
            </a:extLst>
          </p:cNvPr>
          <p:cNvPicPr>
            <a:picLocks noChangeAspect="1"/>
          </p:cNvPicPr>
          <p:nvPr/>
        </p:nvPicPr>
        <p:blipFill rotWithShape="1">
          <a:blip r:embed="rId7"/>
          <a:srcRect l="9905" t="12916" r="84548" b="67149"/>
          <a:stretch/>
        </p:blipFill>
        <p:spPr>
          <a:xfrm rot="1701652">
            <a:off x="6781685" y="4013925"/>
            <a:ext cx="211369" cy="239341"/>
          </a:xfrm>
          <a:prstGeom prst="rect">
            <a:avLst/>
          </a:prstGeom>
          <a:ln w="38100" cap="sq">
            <a:solidFill>
              <a:srgbClr val="00B050"/>
            </a:solidFill>
            <a:prstDash val="solid"/>
            <a:miter lim="800000"/>
          </a:ln>
          <a:effectLst>
            <a:glow rad="101600">
              <a:schemeClr val="accent6">
                <a:satMod val="175000"/>
                <a:alpha val="40000"/>
              </a:schemeClr>
            </a:glow>
            <a:outerShdw blurRad="50800" dist="38100" dir="2700000" algn="tl" rotWithShape="0">
              <a:srgbClr val="000000">
                <a:alpha val="43000"/>
              </a:srgbClr>
            </a:outerShdw>
          </a:effectLst>
        </p:spPr>
      </p:pic>
      <p:sp>
        <p:nvSpPr>
          <p:cNvPr id="159" name="TextBox 158">
            <a:extLst>
              <a:ext uri="{FF2B5EF4-FFF2-40B4-BE49-F238E27FC236}">
                <a16:creationId xmlns:a16="http://schemas.microsoft.com/office/drawing/2014/main" id="{790F028B-9155-489D-B24C-E0EC055A0A41}"/>
              </a:ext>
            </a:extLst>
          </p:cNvPr>
          <p:cNvSpPr txBox="1"/>
          <p:nvPr/>
        </p:nvSpPr>
        <p:spPr>
          <a:xfrm>
            <a:off x="10109071" y="5224921"/>
            <a:ext cx="1591132" cy="914400"/>
          </a:xfrm>
          <a:prstGeom prst="rect">
            <a:avLst/>
          </a:prstGeom>
          <a:ln>
            <a:solidFill>
              <a:schemeClr val="tx1"/>
            </a:solidFill>
          </a:ln>
        </p:spPr>
        <p:txBody>
          <a:bodyPr wrap="none" lIns="0" tIns="0" rIns="0" bIns="0" rtlCol="0" anchor="t">
            <a:normAutofit lnSpcReduction="10000"/>
          </a:bodyPr>
          <a:lstStyle/>
          <a:p>
            <a:pPr algn="l"/>
            <a:r>
              <a:rPr lang="en-IN" sz="1600" b="0" dirty="0"/>
              <a:t>Final clusters of </a:t>
            </a:r>
          </a:p>
          <a:p>
            <a:pPr algn="l"/>
            <a:r>
              <a:rPr lang="en-IN" sz="1600" b="0" dirty="0"/>
              <a:t>test and control</a:t>
            </a:r>
          </a:p>
          <a:p>
            <a:pPr algn="l"/>
            <a:r>
              <a:rPr lang="en-IN" sz="1600" b="0" dirty="0"/>
              <a:t>Customers post </a:t>
            </a:r>
          </a:p>
          <a:p>
            <a:pPr algn="l"/>
            <a:r>
              <a:rPr lang="en-IN" sz="1600" b="0" dirty="0"/>
              <a:t>outlier removal</a:t>
            </a:r>
            <a:endParaRPr lang="en-US" sz="1600" b="0" dirty="0"/>
          </a:p>
        </p:txBody>
      </p:sp>
      <p:sp>
        <p:nvSpPr>
          <p:cNvPr id="160" name="Rectangle 159">
            <a:extLst>
              <a:ext uri="{FF2B5EF4-FFF2-40B4-BE49-F238E27FC236}">
                <a16:creationId xmlns:a16="http://schemas.microsoft.com/office/drawing/2014/main" id="{0E50B6BC-D4CA-4F89-A6A8-5D61ADD471E1}"/>
              </a:ext>
            </a:extLst>
          </p:cNvPr>
          <p:cNvSpPr/>
          <p:nvPr/>
        </p:nvSpPr>
        <p:spPr>
          <a:xfrm>
            <a:off x="1268703" y="456158"/>
            <a:ext cx="9481852" cy="7379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t>Clustering Test and Control Customers Using K-Means</a:t>
            </a:r>
            <a:endParaRPr lang="en-US" sz="2800" dirty="0"/>
          </a:p>
        </p:txBody>
      </p:sp>
    </p:spTree>
    <p:extLst>
      <p:ext uri="{BB962C8B-B14F-4D97-AF65-F5344CB8AC3E}">
        <p14:creationId xmlns:p14="http://schemas.microsoft.com/office/powerpoint/2010/main" val="2541186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ED3CAB99-DD3B-4175-9C6C-E4460082A8F8}"/>
              </a:ext>
            </a:extLst>
          </p:cNvPr>
          <p:cNvGraphicFramePr/>
          <p:nvPr>
            <p:extLst>
              <p:ext uri="{D42A27DB-BD31-4B8C-83A1-F6EECF244321}">
                <p14:modId xmlns:p14="http://schemas.microsoft.com/office/powerpoint/2010/main" val="25567267"/>
              </p:ext>
            </p:extLst>
          </p:nvPr>
        </p:nvGraphicFramePr>
        <p:xfrm>
          <a:off x="387377" y="-367645"/>
          <a:ext cx="11430668" cy="29199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F9218FD7-E857-4EE6-8821-097A3CA97D82}"/>
              </a:ext>
            </a:extLst>
          </p:cNvPr>
          <p:cNvSpPr txBox="1"/>
          <p:nvPr/>
        </p:nvSpPr>
        <p:spPr>
          <a:xfrm>
            <a:off x="6457054" y="2177592"/>
            <a:ext cx="914400" cy="914400"/>
          </a:xfrm>
          <a:prstGeom prst="rect">
            <a:avLst/>
          </a:prstGeom>
        </p:spPr>
        <p:txBody>
          <a:bodyPr wrap="none" lIns="0" tIns="0" rIns="0" bIns="0" rtlCol="0" anchor="t">
            <a:normAutofit/>
          </a:bodyPr>
          <a:lstStyle/>
          <a:p>
            <a:pPr algn="l"/>
            <a:endParaRPr lang="en-US" sz="2000" b="0" dirty="0"/>
          </a:p>
        </p:txBody>
      </p:sp>
      <p:sp>
        <p:nvSpPr>
          <p:cNvPr id="38" name="TextBox 37">
            <a:extLst>
              <a:ext uri="{FF2B5EF4-FFF2-40B4-BE49-F238E27FC236}">
                <a16:creationId xmlns:a16="http://schemas.microsoft.com/office/drawing/2014/main" id="{BA66DAB5-1C11-42AB-A68F-EEEB59EF7677}"/>
              </a:ext>
            </a:extLst>
          </p:cNvPr>
          <p:cNvSpPr txBox="1"/>
          <p:nvPr/>
        </p:nvSpPr>
        <p:spPr>
          <a:xfrm>
            <a:off x="586409" y="1748873"/>
            <a:ext cx="11032434" cy="4442791"/>
          </a:xfrm>
          <a:prstGeom prst="rect">
            <a:avLst/>
          </a:prstGeom>
        </p:spPr>
        <p:txBody>
          <a:bodyPr wrap="square" lIns="0" tIns="0" rIns="0" bIns="0" rtlCol="0" anchor="t">
            <a:normAutofit/>
          </a:bodyPr>
          <a:lstStyle/>
          <a:p>
            <a:pPr marL="342900" indent="-342900" algn="l">
              <a:buFont typeface="Arial" panose="020B0604020202020204" pitchFamily="34" charset="0"/>
              <a:buChar char="•"/>
            </a:pPr>
            <a:endParaRPr lang="en-US" sz="2000" b="0" dirty="0"/>
          </a:p>
        </p:txBody>
      </p:sp>
      <p:grpSp>
        <p:nvGrpSpPr>
          <p:cNvPr id="41" name="Group 40">
            <a:extLst>
              <a:ext uri="{FF2B5EF4-FFF2-40B4-BE49-F238E27FC236}">
                <a16:creationId xmlns:a16="http://schemas.microsoft.com/office/drawing/2014/main" id="{39569C7D-34CC-41F5-9C2C-DDA558A0F47A}"/>
              </a:ext>
            </a:extLst>
          </p:cNvPr>
          <p:cNvGrpSpPr/>
          <p:nvPr/>
        </p:nvGrpSpPr>
        <p:grpSpPr>
          <a:xfrm>
            <a:off x="284922" y="1558704"/>
            <a:ext cx="10697817" cy="3759642"/>
            <a:chOff x="284922" y="1607488"/>
            <a:chExt cx="10697817" cy="3759642"/>
          </a:xfrm>
        </p:grpSpPr>
        <p:pic>
          <p:nvPicPr>
            <p:cNvPr id="39" name="Picture 38">
              <a:extLst>
                <a:ext uri="{FF2B5EF4-FFF2-40B4-BE49-F238E27FC236}">
                  <a16:creationId xmlns:a16="http://schemas.microsoft.com/office/drawing/2014/main" id="{F0F88F71-4AA7-4848-87E6-ECB8BE69318A}"/>
                </a:ext>
              </a:extLst>
            </p:cNvPr>
            <p:cNvPicPr>
              <a:picLocks noChangeAspect="1"/>
            </p:cNvPicPr>
            <p:nvPr/>
          </p:nvPicPr>
          <p:blipFill>
            <a:blip r:embed="rId7"/>
            <a:stretch>
              <a:fillRect/>
            </a:stretch>
          </p:blipFill>
          <p:spPr>
            <a:xfrm>
              <a:off x="284922" y="1607488"/>
              <a:ext cx="4366221" cy="2765084"/>
            </a:xfrm>
            <a:prstGeom prst="rect">
              <a:avLst/>
            </a:prstGeom>
          </p:spPr>
        </p:pic>
        <p:sp>
          <p:nvSpPr>
            <p:cNvPr id="40" name="TextBox 39">
              <a:extLst>
                <a:ext uri="{FF2B5EF4-FFF2-40B4-BE49-F238E27FC236}">
                  <a16:creationId xmlns:a16="http://schemas.microsoft.com/office/drawing/2014/main" id="{73DBC72B-A16C-4CA8-9040-3594079B29B1}"/>
                </a:ext>
              </a:extLst>
            </p:cNvPr>
            <p:cNvSpPr txBox="1"/>
            <p:nvPr/>
          </p:nvSpPr>
          <p:spPr>
            <a:xfrm>
              <a:off x="4813062" y="2076356"/>
              <a:ext cx="6169677" cy="3290774"/>
            </a:xfrm>
            <a:prstGeom prst="rect">
              <a:avLst/>
            </a:prstGeom>
          </p:spPr>
          <p:txBody>
            <a:bodyPr wrap="none" lIns="0" tIns="0" rIns="0" bIns="0" rtlCol="0" anchor="t">
              <a:normAutofit/>
            </a:bodyPr>
            <a:lstStyle/>
            <a:p>
              <a:pPr marL="342900" indent="-342900">
                <a:buFont typeface="Arial" panose="020B0604020202020204" pitchFamily="34" charset="0"/>
                <a:buChar char="•"/>
              </a:pPr>
              <a:r>
                <a:rPr lang="en-IN" dirty="0"/>
                <a:t>ANCOVA is more efficient than simple two sample t-test(or z-test)</a:t>
              </a:r>
            </a:p>
            <a:p>
              <a:pPr marL="342900" indent="-342900">
                <a:buFont typeface="Arial" panose="020B0604020202020204" pitchFamily="34" charset="0"/>
                <a:buChar char="•"/>
              </a:pPr>
              <a:r>
                <a:rPr lang="en-IN" dirty="0"/>
                <a:t>It provides the same Statistical Power with reduced Sample Size</a:t>
              </a:r>
            </a:p>
            <a:p>
              <a:pPr marL="342900" indent="-342900">
                <a:buFont typeface="Arial" panose="020B0604020202020204" pitchFamily="34" charset="0"/>
                <a:buChar char="•"/>
              </a:pPr>
              <a:r>
                <a:rPr lang="en-IN" dirty="0"/>
                <a:t>Sample Size required by ANCOVA  = (1- Corr</a:t>
              </a:r>
              <a:r>
                <a:rPr lang="en-IN" baseline="30000" dirty="0"/>
                <a:t>2</a:t>
              </a:r>
              <a:r>
                <a:rPr lang="en-IN" dirty="0"/>
                <a:t>) * n</a:t>
              </a:r>
            </a:p>
            <a:p>
              <a:r>
                <a:rPr lang="en-IN" dirty="0"/>
                <a:t>      where:  n = Sample Size identified for </a:t>
              </a:r>
              <a:r>
                <a:rPr lang="en-US" dirty="0"/>
                <a:t>two sample t-test/ z-test</a:t>
              </a:r>
            </a:p>
            <a:p>
              <a:r>
                <a:rPr lang="en-IN" dirty="0"/>
                <a:t>      </a:t>
              </a:r>
              <a:r>
                <a:rPr lang="en-IN" dirty="0" err="1"/>
                <a:t>Corr</a:t>
              </a:r>
              <a:r>
                <a:rPr lang="en-IN" dirty="0"/>
                <a:t> = Correlation between Pre-Period vs. Campaign-Period </a:t>
              </a:r>
              <a:br>
                <a:rPr lang="en-IN" dirty="0"/>
              </a:br>
              <a:r>
                <a:rPr lang="en-IN" dirty="0"/>
                <a:t>	  Customer Spend.</a:t>
              </a:r>
            </a:p>
            <a:p>
              <a:pPr marL="285750" indent="-285750">
                <a:buFont typeface="Arial" panose="020B0604020202020204" pitchFamily="34" charset="0"/>
                <a:buChar char="•"/>
              </a:pPr>
              <a:r>
                <a:rPr lang="en-IN" dirty="0"/>
                <a:t>We calculate the sample size for 80% power</a:t>
              </a:r>
            </a:p>
            <a:p>
              <a:endParaRPr lang="en-IN" sz="1600" dirty="0"/>
            </a:p>
            <a:p>
              <a:pPr algn="l"/>
              <a:endParaRPr lang="en-US" sz="1600" b="0" dirty="0"/>
            </a:p>
          </p:txBody>
        </p:sp>
      </p:grpSp>
      <p:sp>
        <p:nvSpPr>
          <p:cNvPr id="43" name="Rectangle 42">
            <a:extLst>
              <a:ext uri="{FF2B5EF4-FFF2-40B4-BE49-F238E27FC236}">
                <a16:creationId xmlns:a16="http://schemas.microsoft.com/office/drawing/2014/main" id="{673A85EA-0245-41FE-8D74-D151EAD3C3F6}"/>
              </a:ext>
            </a:extLst>
          </p:cNvPr>
          <p:cNvSpPr/>
          <p:nvPr/>
        </p:nvSpPr>
        <p:spPr>
          <a:xfrm>
            <a:off x="319772" y="4478745"/>
            <a:ext cx="4785523" cy="2055152"/>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IN" dirty="0"/>
              <a:t>Using the above formula, we get the minimum </a:t>
            </a:r>
            <a:r>
              <a:rPr lang="en-IN" b="1" dirty="0"/>
              <a:t>test</a:t>
            </a:r>
            <a:r>
              <a:rPr lang="en-IN" dirty="0"/>
              <a:t> and </a:t>
            </a:r>
            <a:r>
              <a:rPr lang="en-IN" b="1" dirty="0"/>
              <a:t>control</a:t>
            </a:r>
            <a:r>
              <a:rPr lang="en-IN" dirty="0"/>
              <a:t> samples required to detect the incremental effect.</a:t>
            </a:r>
            <a:endParaRPr lang="en-US" dirty="0"/>
          </a:p>
        </p:txBody>
      </p:sp>
      <p:sp>
        <p:nvSpPr>
          <p:cNvPr id="2" name="Arrow: Right 1">
            <a:extLst>
              <a:ext uri="{FF2B5EF4-FFF2-40B4-BE49-F238E27FC236}">
                <a16:creationId xmlns:a16="http://schemas.microsoft.com/office/drawing/2014/main" id="{9EC18B71-4802-4678-84E6-BDCEEBBF6623}"/>
              </a:ext>
            </a:extLst>
          </p:cNvPr>
          <p:cNvSpPr/>
          <p:nvPr/>
        </p:nvSpPr>
        <p:spPr>
          <a:xfrm>
            <a:off x="5577415" y="5255773"/>
            <a:ext cx="928099" cy="278699"/>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AD7D8AA0-00A9-4F65-974D-EA3DFFE3108F}"/>
              </a:ext>
            </a:extLst>
          </p:cNvPr>
          <p:cNvSpPr/>
          <p:nvPr/>
        </p:nvSpPr>
        <p:spPr>
          <a:xfrm>
            <a:off x="6829425" y="4415211"/>
            <a:ext cx="4785523" cy="205515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dirty="0"/>
              <a:t>These sample sizes are used to resample the test and control customers </a:t>
            </a:r>
            <a:r>
              <a:rPr lang="en-IN" i="1" dirty="0"/>
              <a:t>N </a:t>
            </a:r>
            <a:r>
              <a:rPr lang="en-IN" dirty="0"/>
              <a:t>times iteratively for creating a more robust model.</a:t>
            </a:r>
            <a:endParaRPr lang="en-US" dirty="0"/>
          </a:p>
        </p:txBody>
      </p:sp>
    </p:spTree>
    <p:extLst>
      <p:ext uri="{BB962C8B-B14F-4D97-AF65-F5344CB8AC3E}">
        <p14:creationId xmlns:p14="http://schemas.microsoft.com/office/powerpoint/2010/main" val="3260781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B567D5-35E8-43D7-AE9A-C201FFF97BEA}"/>
              </a:ext>
            </a:extLst>
          </p:cNvPr>
          <p:cNvSpPr>
            <a:spLocks noGrp="1"/>
          </p:cNvSpPr>
          <p:nvPr>
            <p:ph type="title"/>
          </p:nvPr>
        </p:nvSpPr>
        <p:spPr>
          <a:xfrm>
            <a:off x="635000" y="640823"/>
            <a:ext cx="3418659" cy="5583148"/>
          </a:xfrm>
        </p:spPr>
        <p:txBody>
          <a:bodyPr vert="horz" lIns="91440" tIns="45720" rIns="91440" bIns="45720" rtlCol="0" anchor="ctr">
            <a:normAutofit/>
          </a:bodyPr>
          <a:lstStyle/>
          <a:p>
            <a:pPr>
              <a:lnSpc>
                <a:spcPct val="90000"/>
              </a:lnSpc>
            </a:pPr>
            <a:r>
              <a:rPr lang="en-US" sz="5400" kern="1200">
                <a:solidFill>
                  <a:schemeClr val="tx1"/>
                </a:solidFill>
                <a:latin typeface="+mj-lt"/>
                <a:ea typeface="+mj-ea"/>
                <a:cs typeface="+mj-cs"/>
              </a:rPr>
              <a:t>ANCOVA MODEL </a:t>
            </a:r>
            <a:endParaRPr lang="en-US" sz="5400" kern="1200" dirty="0">
              <a:solidFill>
                <a:schemeClr val="tx1"/>
              </a:solidFill>
              <a:latin typeface="+mj-lt"/>
              <a:ea typeface="+mj-ea"/>
              <a:cs typeface="+mj-cs"/>
            </a:endParaRPr>
          </a:p>
        </p:txBody>
      </p:sp>
      <p:sp>
        <p:nvSpPr>
          <p:cNvPr id="29"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Text Placeholder 2">
            <a:extLst>
              <a:ext uri="{FF2B5EF4-FFF2-40B4-BE49-F238E27FC236}">
                <a16:creationId xmlns:a16="http://schemas.microsoft.com/office/drawing/2014/main" id="{C19C46B4-4463-412A-870C-702CFB972BD2}"/>
              </a:ext>
            </a:extLst>
          </p:cNvPr>
          <p:cNvGraphicFramePr/>
          <p:nvPr>
            <p:extLst>
              <p:ext uri="{D42A27DB-BD31-4B8C-83A1-F6EECF244321}">
                <p14:modId xmlns:p14="http://schemas.microsoft.com/office/powerpoint/2010/main" val="1109285583"/>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3246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898" name="Group 14">
            <a:extLst>
              <a:ext uri="{FF2B5EF4-FFF2-40B4-BE49-F238E27FC236}">
                <a16:creationId xmlns:a16="http://schemas.microsoft.com/office/drawing/2014/main" id="{7C5D578D-118A-4E25-8FE1-62CBD4E0209F}"/>
              </a:ext>
            </a:extLst>
          </p:cNvPr>
          <p:cNvGrpSpPr>
            <a:grpSpLocks/>
          </p:cNvGrpSpPr>
          <p:nvPr/>
        </p:nvGrpSpPr>
        <p:grpSpPr bwMode="auto">
          <a:xfrm>
            <a:off x="3276601" y="2438401"/>
            <a:ext cx="5299075" cy="3933825"/>
            <a:chOff x="1447801" y="2675120"/>
            <a:chExt cx="4267200" cy="3588197"/>
          </a:xfrm>
        </p:grpSpPr>
        <p:pic>
          <p:nvPicPr>
            <p:cNvPr id="80903" name="Picture 15">
              <a:extLst>
                <a:ext uri="{FF2B5EF4-FFF2-40B4-BE49-F238E27FC236}">
                  <a16:creationId xmlns:a16="http://schemas.microsoft.com/office/drawing/2014/main" id="{45F249B1-D9ED-4D96-9F5E-31B0FDE544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1" y="2675121"/>
              <a:ext cx="4267200" cy="3588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16">
              <a:extLst>
                <a:ext uri="{FF2B5EF4-FFF2-40B4-BE49-F238E27FC236}">
                  <a16:creationId xmlns:a16="http://schemas.microsoft.com/office/drawing/2014/main" id="{6D782FB0-BEF6-456B-9ACD-F7A611D4356A}"/>
                </a:ext>
              </a:extLst>
            </p:cNvPr>
            <p:cNvSpPr/>
            <p:nvPr/>
          </p:nvSpPr>
          <p:spPr>
            <a:xfrm>
              <a:off x="2057584" y="2675120"/>
              <a:ext cx="2589978" cy="296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grpSp>
      <p:pic>
        <p:nvPicPr>
          <p:cNvPr id="80899" name="Picture 17">
            <a:extLst>
              <a:ext uri="{FF2B5EF4-FFF2-40B4-BE49-F238E27FC236}">
                <a16:creationId xmlns:a16="http://schemas.microsoft.com/office/drawing/2014/main" id="{74D0BADE-69E9-4685-A388-1E941CDADD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4275" y="1108075"/>
            <a:ext cx="4743450"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a:extLst>
              <a:ext uri="{FF2B5EF4-FFF2-40B4-BE49-F238E27FC236}">
                <a16:creationId xmlns:a16="http://schemas.microsoft.com/office/drawing/2014/main" id="{4E5E3DDB-FFE7-4C66-92CE-3FC55736D6A5}"/>
              </a:ext>
            </a:extLst>
          </p:cNvPr>
          <p:cNvSpPr txBox="1"/>
          <p:nvPr/>
        </p:nvSpPr>
        <p:spPr>
          <a:xfrm>
            <a:off x="7967664" y="1670051"/>
            <a:ext cx="3109639" cy="307777"/>
          </a:xfrm>
          <a:prstGeom prst="rect">
            <a:avLst/>
          </a:prstGeom>
          <a:noFill/>
        </p:spPr>
        <p:txBody>
          <a:bodyPr wrap="square">
            <a:spAutoFit/>
          </a:bodyPr>
          <a:lstStyle/>
          <a:p>
            <a:pPr eaLnBrk="1" hangingPunct="1">
              <a:defRPr/>
            </a:pPr>
            <a:r>
              <a:rPr lang="en-IN" sz="1400" dirty="0">
                <a:solidFill>
                  <a:schemeClr val="accent5"/>
                </a:solidFill>
                <a:latin typeface="Arial" charset="0"/>
              </a:rPr>
              <a:t>Grey Regression Line</a:t>
            </a:r>
          </a:p>
        </p:txBody>
      </p:sp>
      <p:sp>
        <p:nvSpPr>
          <p:cNvPr id="80901" name="TextBox 19">
            <a:extLst>
              <a:ext uri="{FF2B5EF4-FFF2-40B4-BE49-F238E27FC236}">
                <a16:creationId xmlns:a16="http://schemas.microsoft.com/office/drawing/2014/main" id="{08D9A30F-B519-45B4-A024-77B46B14F60F}"/>
              </a:ext>
            </a:extLst>
          </p:cNvPr>
          <p:cNvSpPr txBox="1">
            <a:spLocks noChangeArrowheads="1"/>
          </p:cNvSpPr>
          <p:nvPr/>
        </p:nvSpPr>
        <p:spPr bwMode="auto">
          <a:xfrm>
            <a:off x="8305801" y="2054226"/>
            <a:ext cx="21748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r>
              <a:rPr lang="en-IN" altLang="en-US" dirty="0">
                <a:solidFill>
                  <a:srgbClr val="FF0000"/>
                </a:solidFill>
              </a:rPr>
              <a:t>Red Regression Line</a:t>
            </a:r>
          </a:p>
        </p:txBody>
      </p:sp>
      <p:sp>
        <p:nvSpPr>
          <p:cNvPr id="9" name="Text Placeholder 2">
            <a:extLst>
              <a:ext uri="{FF2B5EF4-FFF2-40B4-BE49-F238E27FC236}">
                <a16:creationId xmlns:a16="http://schemas.microsoft.com/office/drawing/2014/main" id="{D34820D7-4E9D-4648-80F5-CDD98389D3FB}"/>
              </a:ext>
            </a:extLst>
          </p:cNvPr>
          <p:cNvSpPr txBox="1">
            <a:spLocks/>
          </p:cNvSpPr>
          <p:nvPr/>
        </p:nvSpPr>
        <p:spPr bwMode="auto">
          <a:xfrm>
            <a:off x="1524000" y="10274"/>
            <a:ext cx="9144000" cy="647700"/>
          </a:xfrm>
          <a:prstGeom prst="rect">
            <a:avLst/>
          </a:prstGeom>
          <a:solidFill>
            <a:srgbClr val="0070C0"/>
          </a:solidFill>
          <a:ln w="9525">
            <a:solidFill>
              <a:schemeClr val="tx1"/>
            </a:solidFill>
            <a:miter lim="800000"/>
            <a:headEnd/>
            <a:tailEnd/>
          </a:ln>
          <a:effectLst/>
        </p:spPr>
        <p:txBody>
          <a:bodyPr>
            <a:normAutofit/>
          </a:bodyPr>
          <a:lstStyle>
            <a:lvl1pPr marL="269875" indent="-269875" algn="l" rtl="0" eaLnBrk="1" fontAlgn="base" hangingPunct="1">
              <a:spcBef>
                <a:spcPts val="480"/>
              </a:spcBef>
              <a:spcAft>
                <a:spcPts val="480"/>
              </a:spcAft>
              <a:buFont typeface="Arial" charset="0"/>
              <a:buChar char="●"/>
              <a:defRPr sz="2000">
                <a:solidFill>
                  <a:schemeClr val="tx1"/>
                </a:solidFill>
                <a:latin typeface="+mn-lt"/>
                <a:ea typeface="+mn-ea"/>
                <a:cs typeface="+mn-cs"/>
              </a:defRPr>
            </a:lvl1pPr>
            <a:lvl2pPr marL="712788" indent="-263525" algn="l" rtl="0" eaLnBrk="1" fontAlgn="base" hangingPunct="1">
              <a:spcBef>
                <a:spcPct val="20000"/>
              </a:spcBef>
              <a:spcAft>
                <a:spcPct val="20000"/>
              </a:spcAft>
              <a:buFont typeface="Arial" charset="0"/>
              <a:buChar char="–"/>
              <a:defRPr sz="1800">
                <a:solidFill>
                  <a:schemeClr val="tx1"/>
                </a:solidFill>
                <a:latin typeface="+mn-lt"/>
              </a:defRPr>
            </a:lvl2pPr>
            <a:lvl3pPr marL="1155700" indent="-263525" algn="l" rtl="0" eaLnBrk="1" fontAlgn="base" hangingPunct="1">
              <a:spcBef>
                <a:spcPct val="20000"/>
              </a:spcBef>
              <a:spcAft>
                <a:spcPct val="20000"/>
              </a:spcAft>
              <a:buFont typeface="Arial" charset="0"/>
              <a:buChar char="–"/>
              <a:defRPr sz="1800">
                <a:solidFill>
                  <a:schemeClr val="tx1"/>
                </a:solidFill>
                <a:latin typeface="+mn-lt"/>
              </a:defRPr>
            </a:lvl3pPr>
            <a:lvl4pPr marL="1598613" indent="-263525" algn="l" rtl="0" eaLnBrk="1" fontAlgn="base" hangingPunct="1">
              <a:spcBef>
                <a:spcPct val="20000"/>
              </a:spcBef>
              <a:spcAft>
                <a:spcPct val="20000"/>
              </a:spcAft>
              <a:buChar char="–"/>
              <a:defRPr sz="1600">
                <a:solidFill>
                  <a:schemeClr val="tx1"/>
                </a:solidFill>
                <a:latin typeface="+mn-lt"/>
              </a:defRPr>
            </a:lvl4pPr>
            <a:lvl5pPr marL="2063750" indent="-276225" algn="l" rtl="0" eaLnBrk="1" fontAlgn="base" hangingPunct="1">
              <a:spcBef>
                <a:spcPct val="20000"/>
              </a:spcBef>
              <a:spcAft>
                <a:spcPct val="20000"/>
              </a:spcAft>
              <a:buChar char="»"/>
              <a:defRPr sz="1600">
                <a:solidFill>
                  <a:schemeClr val="tx1"/>
                </a:solidFill>
                <a:latin typeface="+mn-lt"/>
              </a:defRPr>
            </a:lvl5pPr>
            <a:lvl6pPr marL="2520950" indent="-276225" algn="l" rtl="0" eaLnBrk="1" fontAlgn="base" hangingPunct="1">
              <a:spcBef>
                <a:spcPct val="20000"/>
              </a:spcBef>
              <a:spcAft>
                <a:spcPct val="20000"/>
              </a:spcAft>
              <a:buChar char="»"/>
              <a:defRPr sz="1600">
                <a:solidFill>
                  <a:schemeClr val="tx1"/>
                </a:solidFill>
                <a:latin typeface="+mn-lt"/>
              </a:defRPr>
            </a:lvl6pPr>
            <a:lvl7pPr marL="2978150" indent="-276225" algn="l" rtl="0" eaLnBrk="1" fontAlgn="base" hangingPunct="1">
              <a:spcBef>
                <a:spcPct val="20000"/>
              </a:spcBef>
              <a:spcAft>
                <a:spcPct val="20000"/>
              </a:spcAft>
              <a:buChar char="»"/>
              <a:defRPr sz="1600">
                <a:solidFill>
                  <a:schemeClr val="tx1"/>
                </a:solidFill>
                <a:latin typeface="+mn-lt"/>
              </a:defRPr>
            </a:lvl7pPr>
            <a:lvl8pPr marL="3435350" indent="-276225" algn="l" rtl="0" eaLnBrk="1" fontAlgn="base" hangingPunct="1">
              <a:spcBef>
                <a:spcPct val="20000"/>
              </a:spcBef>
              <a:spcAft>
                <a:spcPct val="20000"/>
              </a:spcAft>
              <a:buChar char="»"/>
              <a:defRPr sz="1600">
                <a:solidFill>
                  <a:schemeClr val="tx1"/>
                </a:solidFill>
                <a:latin typeface="+mn-lt"/>
              </a:defRPr>
            </a:lvl8pPr>
            <a:lvl9pPr marL="3892550" indent="-276225" algn="l" rtl="0" eaLnBrk="1" fontAlgn="base" hangingPunct="1">
              <a:spcBef>
                <a:spcPct val="20000"/>
              </a:spcBef>
              <a:spcAft>
                <a:spcPct val="20000"/>
              </a:spcAft>
              <a:buChar char="»"/>
              <a:defRPr sz="1600">
                <a:solidFill>
                  <a:schemeClr val="tx1"/>
                </a:solidFill>
                <a:latin typeface="+mn-lt"/>
              </a:defRPr>
            </a:lvl9pPr>
          </a:lstStyle>
          <a:p>
            <a:pPr marL="0" indent="0" algn="ctr">
              <a:buNone/>
              <a:defRPr/>
            </a:pPr>
            <a:r>
              <a:rPr lang="en-IN" sz="3200" kern="0">
                <a:solidFill>
                  <a:srgbClr val="FFFFFF"/>
                </a:solidFill>
              </a:rPr>
              <a:t>Basic Ancova Model</a:t>
            </a:r>
            <a:endParaRPr lang="en-IN" sz="3200" kern="0" dirty="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Placeholder 2">
            <a:extLst>
              <a:ext uri="{FF2B5EF4-FFF2-40B4-BE49-F238E27FC236}">
                <a16:creationId xmlns:a16="http://schemas.microsoft.com/office/drawing/2014/main" id="{F5DFBB14-73D0-4DD4-8ABA-C8B69E87CC04}"/>
              </a:ext>
            </a:extLst>
          </p:cNvPr>
          <p:cNvSpPr txBox="1">
            <a:spLocks/>
          </p:cNvSpPr>
          <p:nvPr/>
        </p:nvSpPr>
        <p:spPr bwMode="auto">
          <a:xfrm>
            <a:off x="1178421" y="143670"/>
            <a:ext cx="9144000" cy="647700"/>
          </a:xfrm>
          <a:prstGeom prst="rect">
            <a:avLst/>
          </a:prstGeom>
          <a:solidFill>
            <a:srgbClr val="0070C0"/>
          </a:solidFill>
          <a:ln w="9525">
            <a:solidFill>
              <a:schemeClr val="tx1"/>
            </a:solidFill>
            <a:miter lim="800000"/>
            <a:headEnd/>
            <a:tailEnd/>
          </a:ln>
          <a:effectLst/>
        </p:spPr>
        <p:txBody>
          <a:bodyPr>
            <a:normAutofit/>
          </a:bodyPr>
          <a:lstStyle>
            <a:lvl1pPr marL="269875" indent="-269875" algn="l" rtl="0" eaLnBrk="1" fontAlgn="base" hangingPunct="1">
              <a:spcBef>
                <a:spcPts val="480"/>
              </a:spcBef>
              <a:spcAft>
                <a:spcPts val="480"/>
              </a:spcAft>
              <a:buFont typeface="Arial" charset="0"/>
              <a:buChar char="●"/>
              <a:defRPr sz="2000">
                <a:solidFill>
                  <a:schemeClr val="tx1"/>
                </a:solidFill>
                <a:latin typeface="+mn-lt"/>
                <a:ea typeface="+mn-ea"/>
                <a:cs typeface="+mn-cs"/>
              </a:defRPr>
            </a:lvl1pPr>
            <a:lvl2pPr marL="712788" indent="-263525" algn="l" rtl="0" eaLnBrk="1" fontAlgn="base" hangingPunct="1">
              <a:spcBef>
                <a:spcPct val="20000"/>
              </a:spcBef>
              <a:spcAft>
                <a:spcPct val="20000"/>
              </a:spcAft>
              <a:buFont typeface="Arial" charset="0"/>
              <a:buChar char="–"/>
              <a:defRPr sz="1800">
                <a:solidFill>
                  <a:schemeClr val="tx1"/>
                </a:solidFill>
                <a:latin typeface="+mn-lt"/>
              </a:defRPr>
            </a:lvl2pPr>
            <a:lvl3pPr marL="1155700" indent="-263525" algn="l" rtl="0" eaLnBrk="1" fontAlgn="base" hangingPunct="1">
              <a:spcBef>
                <a:spcPct val="20000"/>
              </a:spcBef>
              <a:spcAft>
                <a:spcPct val="20000"/>
              </a:spcAft>
              <a:buFont typeface="Arial" charset="0"/>
              <a:buChar char="–"/>
              <a:defRPr sz="1800">
                <a:solidFill>
                  <a:schemeClr val="tx1"/>
                </a:solidFill>
                <a:latin typeface="+mn-lt"/>
              </a:defRPr>
            </a:lvl3pPr>
            <a:lvl4pPr marL="1598613" indent="-263525" algn="l" rtl="0" eaLnBrk="1" fontAlgn="base" hangingPunct="1">
              <a:spcBef>
                <a:spcPct val="20000"/>
              </a:spcBef>
              <a:spcAft>
                <a:spcPct val="20000"/>
              </a:spcAft>
              <a:buChar char="–"/>
              <a:defRPr sz="1600">
                <a:solidFill>
                  <a:schemeClr val="tx1"/>
                </a:solidFill>
                <a:latin typeface="+mn-lt"/>
              </a:defRPr>
            </a:lvl4pPr>
            <a:lvl5pPr marL="2063750" indent="-276225" algn="l" rtl="0" eaLnBrk="1" fontAlgn="base" hangingPunct="1">
              <a:spcBef>
                <a:spcPct val="20000"/>
              </a:spcBef>
              <a:spcAft>
                <a:spcPct val="20000"/>
              </a:spcAft>
              <a:buChar char="»"/>
              <a:defRPr sz="1600">
                <a:solidFill>
                  <a:schemeClr val="tx1"/>
                </a:solidFill>
                <a:latin typeface="+mn-lt"/>
              </a:defRPr>
            </a:lvl5pPr>
            <a:lvl6pPr marL="2520950" indent="-276225" algn="l" rtl="0" eaLnBrk="1" fontAlgn="base" hangingPunct="1">
              <a:spcBef>
                <a:spcPct val="20000"/>
              </a:spcBef>
              <a:spcAft>
                <a:spcPct val="20000"/>
              </a:spcAft>
              <a:buChar char="»"/>
              <a:defRPr sz="1600">
                <a:solidFill>
                  <a:schemeClr val="tx1"/>
                </a:solidFill>
                <a:latin typeface="+mn-lt"/>
              </a:defRPr>
            </a:lvl6pPr>
            <a:lvl7pPr marL="2978150" indent="-276225" algn="l" rtl="0" eaLnBrk="1" fontAlgn="base" hangingPunct="1">
              <a:spcBef>
                <a:spcPct val="20000"/>
              </a:spcBef>
              <a:spcAft>
                <a:spcPct val="20000"/>
              </a:spcAft>
              <a:buChar char="»"/>
              <a:defRPr sz="1600">
                <a:solidFill>
                  <a:schemeClr val="tx1"/>
                </a:solidFill>
                <a:latin typeface="+mn-lt"/>
              </a:defRPr>
            </a:lvl7pPr>
            <a:lvl8pPr marL="3435350" indent="-276225" algn="l" rtl="0" eaLnBrk="1" fontAlgn="base" hangingPunct="1">
              <a:spcBef>
                <a:spcPct val="20000"/>
              </a:spcBef>
              <a:spcAft>
                <a:spcPct val="20000"/>
              </a:spcAft>
              <a:buChar char="»"/>
              <a:defRPr sz="1600">
                <a:solidFill>
                  <a:schemeClr val="tx1"/>
                </a:solidFill>
                <a:latin typeface="+mn-lt"/>
              </a:defRPr>
            </a:lvl8pPr>
            <a:lvl9pPr marL="3892550" indent="-276225" algn="l" rtl="0" eaLnBrk="1" fontAlgn="base" hangingPunct="1">
              <a:spcBef>
                <a:spcPct val="20000"/>
              </a:spcBef>
              <a:spcAft>
                <a:spcPct val="20000"/>
              </a:spcAft>
              <a:buChar char="»"/>
              <a:defRPr sz="1600">
                <a:solidFill>
                  <a:schemeClr val="tx1"/>
                </a:solidFill>
                <a:latin typeface="+mn-lt"/>
              </a:defRPr>
            </a:lvl9pPr>
          </a:lstStyle>
          <a:p>
            <a:pPr marL="0" indent="0" algn="ctr">
              <a:buNone/>
              <a:defRPr/>
            </a:pPr>
            <a:r>
              <a:rPr lang="en-IN" sz="3200" kern="0" dirty="0">
                <a:solidFill>
                  <a:srgbClr val="FFFFFF"/>
                </a:solidFill>
              </a:rPr>
              <a:t>ANCOVA Model with Interaction</a:t>
            </a:r>
          </a:p>
        </p:txBody>
      </p:sp>
      <p:pic>
        <p:nvPicPr>
          <p:cNvPr id="81923" name="Picture 8">
            <a:extLst>
              <a:ext uri="{FF2B5EF4-FFF2-40B4-BE49-F238E27FC236}">
                <a16:creationId xmlns:a16="http://schemas.microsoft.com/office/drawing/2014/main" id="{4572D354-07A1-46A7-B4C3-4425A4124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489" y="1079501"/>
            <a:ext cx="6863025" cy="1790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66E88B39-4D93-4B7F-AE9E-EA5386B9B392}"/>
              </a:ext>
            </a:extLst>
          </p:cNvPr>
          <p:cNvSpPr txBox="1"/>
          <p:nvPr/>
        </p:nvSpPr>
        <p:spPr>
          <a:xfrm>
            <a:off x="6460914" y="1908177"/>
            <a:ext cx="2243137" cy="307777"/>
          </a:xfrm>
          <a:prstGeom prst="rect">
            <a:avLst/>
          </a:prstGeom>
          <a:noFill/>
        </p:spPr>
        <p:txBody>
          <a:bodyPr>
            <a:spAutoFit/>
          </a:bodyPr>
          <a:lstStyle/>
          <a:p>
            <a:pPr eaLnBrk="1" hangingPunct="1">
              <a:defRPr/>
            </a:pPr>
            <a:r>
              <a:rPr lang="en-IN" sz="1400" dirty="0">
                <a:solidFill>
                  <a:schemeClr val="accent5"/>
                </a:solidFill>
                <a:latin typeface="Arial" charset="0"/>
              </a:rPr>
              <a:t>Grey Regression Line</a:t>
            </a:r>
          </a:p>
        </p:txBody>
      </p:sp>
      <p:sp>
        <p:nvSpPr>
          <p:cNvPr id="81925" name="TextBox 10">
            <a:extLst>
              <a:ext uri="{FF2B5EF4-FFF2-40B4-BE49-F238E27FC236}">
                <a16:creationId xmlns:a16="http://schemas.microsoft.com/office/drawing/2014/main" id="{0D48E084-6122-4687-8A81-B958161B997F}"/>
              </a:ext>
            </a:extLst>
          </p:cNvPr>
          <p:cNvSpPr txBox="1">
            <a:spLocks noChangeArrowheads="1"/>
          </p:cNvSpPr>
          <p:nvPr/>
        </p:nvSpPr>
        <p:spPr bwMode="auto">
          <a:xfrm>
            <a:off x="6752432" y="2131233"/>
            <a:ext cx="21748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r>
              <a:rPr lang="en-IN" altLang="en-US" dirty="0">
                <a:solidFill>
                  <a:srgbClr val="FF0000"/>
                </a:solidFill>
              </a:rPr>
              <a:t>Red Regression Line</a:t>
            </a:r>
          </a:p>
        </p:txBody>
      </p:sp>
      <p:cxnSp>
        <p:nvCxnSpPr>
          <p:cNvPr id="3" name="Straight Connector 2">
            <a:extLst>
              <a:ext uri="{FF2B5EF4-FFF2-40B4-BE49-F238E27FC236}">
                <a16:creationId xmlns:a16="http://schemas.microsoft.com/office/drawing/2014/main" id="{A1C6A8B6-EEF8-47B3-A6CC-7E8468390628}"/>
              </a:ext>
            </a:extLst>
          </p:cNvPr>
          <p:cNvCxnSpPr/>
          <p:nvPr/>
        </p:nvCxnSpPr>
        <p:spPr>
          <a:xfrm>
            <a:off x="2039938" y="3581400"/>
            <a:ext cx="0" cy="23622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48D3F6-DCF8-407B-8938-2596EE4236D6}"/>
              </a:ext>
            </a:extLst>
          </p:cNvPr>
          <p:cNvCxnSpPr/>
          <p:nvPr/>
        </p:nvCxnSpPr>
        <p:spPr>
          <a:xfrm>
            <a:off x="1887538" y="5791200"/>
            <a:ext cx="2514600"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0D87C7-BD06-4729-961E-31B61A8DE1C0}"/>
              </a:ext>
            </a:extLst>
          </p:cNvPr>
          <p:cNvCxnSpPr>
            <a:cxnSpLocks/>
          </p:cNvCxnSpPr>
          <p:nvPr/>
        </p:nvCxnSpPr>
        <p:spPr>
          <a:xfrm flipV="1">
            <a:off x="2324100" y="3883025"/>
            <a:ext cx="1836738" cy="12128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608743E0-CC59-454C-AF7F-1D1AD4E97CF2}"/>
              </a:ext>
            </a:extLst>
          </p:cNvPr>
          <p:cNvSpPr/>
          <p:nvPr/>
        </p:nvSpPr>
        <p:spPr>
          <a:xfrm>
            <a:off x="2492376" y="4987926"/>
            <a:ext cx="149225" cy="136525"/>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grpSp>
        <p:nvGrpSpPr>
          <p:cNvPr id="81930" name="Group 13">
            <a:extLst>
              <a:ext uri="{FF2B5EF4-FFF2-40B4-BE49-F238E27FC236}">
                <a16:creationId xmlns:a16="http://schemas.microsoft.com/office/drawing/2014/main" id="{DBFD8BED-592E-478F-AF39-983E642BCD1E}"/>
              </a:ext>
            </a:extLst>
          </p:cNvPr>
          <p:cNvGrpSpPr>
            <a:grpSpLocks/>
          </p:cNvGrpSpPr>
          <p:nvPr/>
        </p:nvGrpSpPr>
        <p:grpSpPr bwMode="auto">
          <a:xfrm>
            <a:off x="2497139" y="3960724"/>
            <a:ext cx="1831975" cy="1014413"/>
            <a:chOff x="1752600" y="3939822"/>
            <a:chExt cx="1831946" cy="1014532"/>
          </a:xfrm>
        </p:grpSpPr>
        <p:sp>
          <p:nvSpPr>
            <p:cNvPr id="8" name="Oval 7">
              <a:extLst>
                <a:ext uri="{FF2B5EF4-FFF2-40B4-BE49-F238E27FC236}">
                  <a16:creationId xmlns:a16="http://schemas.microsoft.com/office/drawing/2014/main" id="{C5784179-BEE5-4A75-9F24-44057FDE5567}"/>
                </a:ext>
              </a:extLst>
            </p:cNvPr>
            <p:cNvSpPr/>
            <p:nvPr/>
          </p:nvSpPr>
          <p:spPr>
            <a:xfrm>
              <a:off x="2666986" y="4443119"/>
              <a:ext cx="147635" cy="138128"/>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23" name="Oval 22">
              <a:extLst>
                <a:ext uri="{FF2B5EF4-FFF2-40B4-BE49-F238E27FC236}">
                  <a16:creationId xmlns:a16="http://schemas.microsoft.com/office/drawing/2014/main" id="{AE800969-3290-4855-A12A-86A1F0F6B8D0}"/>
                </a:ext>
              </a:extLst>
            </p:cNvPr>
            <p:cNvSpPr/>
            <p:nvPr/>
          </p:nvSpPr>
          <p:spPr>
            <a:xfrm>
              <a:off x="1752600" y="4724139"/>
              <a:ext cx="147635" cy="138129"/>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24" name="Oval 23">
              <a:extLst>
                <a:ext uri="{FF2B5EF4-FFF2-40B4-BE49-F238E27FC236}">
                  <a16:creationId xmlns:a16="http://schemas.microsoft.com/office/drawing/2014/main" id="{71BF70E7-093E-44BE-8667-21478EB71A2F}"/>
                </a:ext>
              </a:extLst>
            </p:cNvPr>
            <p:cNvSpPr/>
            <p:nvPr/>
          </p:nvSpPr>
          <p:spPr>
            <a:xfrm>
              <a:off x="1904998" y="4532029"/>
              <a:ext cx="147635" cy="138128"/>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25" name="Oval 24">
              <a:extLst>
                <a:ext uri="{FF2B5EF4-FFF2-40B4-BE49-F238E27FC236}">
                  <a16:creationId xmlns:a16="http://schemas.microsoft.com/office/drawing/2014/main" id="{A88B258C-0EB9-4DCE-B99D-C11B783CBCD7}"/>
                </a:ext>
              </a:extLst>
            </p:cNvPr>
            <p:cNvSpPr/>
            <p:nvPr/>
          </p:nvSpPr>
          <p:spPr>
            <a:xfrm>
              <a:off x="2009771" y="4816225"/>
              <a:ext cx="149223" cy="138129"/>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27" name="Oval 26">
              <a:extLst>
                <a:ext uri="{FF2B5EF4-FFF2-40B4-BE49-F238E27FC236}">
                  <a16:creationId xmlns:a16="http://schemas.microsoft.com/office/drawing/2014/main" id="{B4C9F164-7CFB-410A-A89E-163CFC0429D8}"/>
                </a:ext>
              </a:extLst>
            </p:cNvPr>
            <p:cNvSpPr/>
            <p:nvPr/>
          </p:nvSpPr>
          <p:spPr>
            <a:xfrm>
              <a:off x="2252654" y="4366910"/>
              <a:ext cx="147636" cy="138128"/>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28" name="Oval 27">
              <a:extLst>
                <a:ext uri="{FF2B5EF4-FFF2-40B4-BE49-F238E27FC236}">
                  <a16:creationId xmlns:a16="http://schemas.microsoft.com/office/drawing/2014/main" id="{237103D0-68AC-4A55-AC30-92DCC3B89EE6}"/>
                </a:ext>
              </a:extLst>
            </p:cNvPr>
            <p:cNvSpPr/>
            <p:nvPr/>
          </p:nvSpPr>
          <p:spPr>
            <a:xfrm>
              <a:off x="2357427" y="4665395"/>
              <a:ext cx="149223" cy="138128"/>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29" name="Oval 28">
              <a:extLst>
                <a:ext uri="{FF2B5EF4-FFF2-40B4-BE49-F238E27FC236}">
                  <a16:creationId xmlns:a16="http://schemas.microsoft.com/office/drawing/2014/main" id="{33F4943F-A1E3-4953-8AB2-E09CFC2107ED}"/>
                </a:ext>
              </a:extLst>
            </p:cNvPr>
            <p:cNvSpPr/>
            <p:nvPr/>
          </p:nvSpPr>
          <p:spPr>
            <a:xfrm>
              <a:off x="2741596" y="4076363"/>
              <a:ext cx="147636" cy="138129"/>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30" name="Oval 29">
              <a:extLst>
                <a:ext uri="{FF2B5EF4-FFF2-40B4-BE49-F238E27FC236}">
                  <a16:creationId xmlns:a16="http://schemas.microsoft.com/office/drawing/2014/main" id="{407D2F84-B732-4C2F-A467-DE4229761B5E}"/>
                </a:ext>
              </a:extLst>
            </p:cNvPr>
            <p:cNvSpPr/>
            <p:nvPr/>
          </p:nvSpPr>
          <p:spPr>
            <a:xfrm>
              <a:off x="2432039" y="3963638"/>
              <a:ext cx="147635" cy="138128"/>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31" name="Oval 30">
              <a:extLst>
                <a:ext uri="{FF2B5EF4-FFF2-40B4-BE49-F238E27FC236}">
                  <a16:creationId xmlns:a16="http://schemas.microsoft.com/office/drawing/2014/main" id="{99F43B4D-E1E0-4593-8326-F5D5488F66EA}"/>
                </a:ext>
              </a:extLst>
            </p:cNvPr>
            <p:cNvSpPr/>
            <p:nvPr/>
          </p:nvSpPr>
          <p:spPr>
            <a:xfrm>
              <a:off x="3436910" y="3939822"/>
              <a:ext cx="147636" cy="138129"/>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grpSp>
      <p:grpSp>
        <p:nvGrpSpPr>
          <p:cNvPr id="81931" name="Group 12">
            <a:extLst>
              <a:ext uri="{FF2B5EF4-FFF2-40B4-BE49-F238E27FC236}">
                <a16:creationId xmlns:a16="http://schemas.microsoft.com/office/drawing/2014/main" id="{333E7908-C539-44B8-B7D7-382869E6A22A}"/>
              </a:ext>
            </a:extLst>
          </p:cNvPr>
          <p:cNvGrpSpPr>
            <a:grpSpLocks/>
          </p:cNvGrpSpPr>
          <p:nvPr/>
        </p:nvGrpSpPr>
        <p:grpSpPr bwMode="auto">
          <a:xfrm>
            <a:off x="2703514" y="4314826"/>
            <a:ext cx="1633537" cy="1160463"/>
            <a:chOff x="1900806" y="4115959"/>
            <a:chExt cx="1634744" cy="1161326"/>
          </a:xfrm>
        </p:grpSpPr>
        <p:sp>
          <p:nvSpPr>
            <p:cNvPr id="32" name="Oval 31">
              <a:extLst>
                <a:ext uri="{FF2B5EF4-FFF2-40B4-BE49-F238E27FC236}">
                  <a16:creationId xmlns:a16="http://schemas.microsoft.com/office/drawing/2014/main" id="{A4EDC244-EE1C-4C8F-838B-86D19CCD92E6}"/>
                </a:ext>
              </a:extLst>
            </p:cNvPr>
            <p:cNvSpPr/>
            <p:nvPr/>
          </p:nvSpPr>
          <p:spPr>
            <a:xfrm>
              <a:off x="2819059" y="4595741"/>
              <a:ext cx="149335" cy="136627"/>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33" name="Oval 32">
              <a:extLst>
                <a:ext uri="{FF2B5EF4-FFF2-40B4-BE49-F238E27FC236}">
                  <a16:creationId xmlns:a16="http://schemas.microsoft.com/office/drawing/2014/main" id="{355DC334-05DD-4286-A05B-5077D5DBC80A}"/>
                </a:ext>
              </a:extLst>
            </p:cNvPr>
            <p:cNvSpPr/>
            <p:nvPr/>
          </p:nvSpPr>
          <p:spPr>
            <a:xfrm>
              <a:off x="1905572" y="4876937"/>
              <a:ext cx="147747" cy="138215"/>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34" name="Oval 33">
              <a:extLst>
                <a:ext uri="{FF2B5EF4-FFF2-40B4-BE49-F238E27FC236}">
                  <a16:creationId xmlns:a16="http://schemas.microsoft.com/office/drawing/2014/main" id="{CB256C87-85F2-440D-97BA-03532AB57DD2}"/>
                </a:ext>
              </a:extLst>
            </p:cNvPr>
            <p:cNvSpPr/>
            <p:nvPr/>
          </p:nvSpPr>
          <p:spPr>
            <a:xfrm>
              <a:off x="2058084" y="4684707"/>
              <a:ext cx="147747" cy="138216"/>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35" name="Oval 34">
              <a:extLst>
                <a:ext uri="{FF2B5EF4-FFF2-40B4-BE49-F238E27FC236}">
                  <a16:creationId xmlns:a16="http://schemas.microsoft.com/office/drawing/2014/main" id="{27E07EE7-86CE-48A6-AEA7-010F3CCDDEA4}"/>
                </a:ext>
              </a:extLst>
            </p:cNvPr>
            <p:cNvSpPr/>
            <p:nvPr/>
          </p:nvSpPr>
          <p:spPr>
            <a:xfrm>
              <a:off x="2162937" y="4969081"/>
              <a:ext cx="147747" cy="138215"/>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36" name="Oval 35">
              <a:extLst>
                <a:ext uri="{FF2B5EF4-FFF2-40B4-BE49-F238E27FC236}">
                  <a16:creationId xmlns:a16="http://schemas.microsoft.com/office/drawing/2014/main" id="{9F98E860-91B2-483E-A80C-3C89FF96D3AD}"/>
                </a:ext>
              </a:extLst>
            </p:cNvPr>
            <p:cNvSpPr/>
            <p:nvPr/>
          </p:nvSpPr>
          <p:spPr>
            <a:xfrm>
              <a:off x="1900806" y="5139069"/>
              <a:ext cx="147746" cy="138216"/>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37" name="Oval 36">
              <a:extLst>
                <a:ext uri="{FF2B5EF4-FFF2-40B4-BE49-F238E27FC236}">
                  <a16:creationId xmlns:a16="http://schemas.microsoft.com/office/drawing/2014/main" id="{BD816824-6E82-4AF4-9069-3C9AEBE12C57}"/>
                </a:ext>
              </a:extLst>
            </p:cNvPr>
            <p:cNvSpPr/>
            <p:nvPr/>
          </p:nvSpPr>
          <p:spPr>
            <a:xfrm>
              <a:off x="2404415" y="4519484"/>
              <a:ext cx="147747" cy="136627"/>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38" name="Oval 37">
              <a:extLst>
                <a:ext uri="{FF2B5EF4-FFF2-40B4-BE49-F238E27FC236}">
                  <a16:creationId xmlns:a16="http://schemas.microsoft.com/office/drawing/2014/main" id="{7158052E-9081-4B73-8B27-10A5A35653F9}"/>
                </a:ext>
              </a:extLst>
            </p:cNvPr>
            <p:cNvSpPr/>
            <p:nvPr/>
          </p:nvSpPr>
          <p:spPr>
            <a:xfrm>
              <a:off x="2510856" y="4818156"/>
              <a:ext cx="147746" cy="138216"/>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39" name="Oval 38">
              <a:extLst>
                <a:ext uri="{FF2B5EF4-FFF2-40B4-BE49-F238E27FC236}">
                  <a16:creationId xmlns:a16="http://schemas.microsoft.com/office/drawing/2014/main" id="{73E1A658-56B8-4147-B2BD-B6410F0A7C1B}"/>
                </a:ext>
              </a:extLst>
            </p:cNvPr>
            <p:cNvSpPr/>
            <p:nvPr/>
          </p:nvSpPr>
          <p:spPr>
            <a:xfrm>
              <a:off x="2893726" y="4228756"/>
              <a:ext cx="147747" cy="138215"/>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40" name="Oval 39">
              <a:extLst>
                <a:ext uri="{FF2B5EF4-FFF2-40B4-BE49-F238E27FC236}">
                  <a16:creationId xmlns:a16="http://schemas.microsoft.com/office/drawing/2014/main" id="{099FD3C1-7094-4472-9CB4-D466CEE9A0BC}"/>
                </a:ext>
              </a:extLst>
            </p:cNvPr>
            <p:cNvSpPr/>
            <p:nvPr/>
          </p:nvSpPr>
          <p:spPr>
            <a:xfrm>
              <a:off x="2583935" y="4115959"/>
              <a:ext cx="149335" cy="138216"/>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41" name="Oval 40">
              <a:extLst>
                <a:ext uri="{FF2B5EF4-FFF2-40B4-BE49-F238E27FC236}">
                  <a16:creationId xmlns:a16="http://schemas.microsoft.com/office/drawing/2014/main" id="{7FB74E22-51D3-4DAD-954E-3295BCDA71EB}"/>
                </a:ext>
              </a:extLst>
            </p:cNvPr>
            <p:cNvSpPr/>
            <p:nvPr/>
          </p:nvSpPr>
          <p:spPr>
            <a:xfrm>
              <a:off x="3387804" y="4241465"/>
              <a:ext cx="147746" cy="138215"/>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grpSp>
      <p:cxnSp>
        <p:nvCxnSpPr>
          <p:cNvPr id="42" name="Straight Connector 41">
            <a:extLst>
              <a:ext uri="{FF2B5EF4-FFF2-40B4-BE49-F238E27FC236}">
                <a16:creationId xmlns:a16="http://schemas.microsoft.com/office/drawing/2014/main" id="{43958443-E056-4950-A417-EE66591C8279}"/>
              </a:ext>
            </a:extLst>
          </p:cNvPr>
          <p:cNvCxnSpPr>
            <a:cxnSpLocks/>
          </p:cNvCxnSpPr>
          <p:nvPr/>
        </p:nvCxnSpPr>
        <p:spPr>
          <a:xfrm flipV="1">
            <a:off x="2476500" y="4264026"/>
            <a:ext cx="1836738" cy="1211263"/>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2B3AB85-4E75-414F-B8BA-A6CBE50018A3}"/>
              </a:ext>
            </a:extLst>
          </p:cNvPr>
          <p:cNvCxnSpPr/>
          <p:nvPr/>
        </p:nvCxnSpPr>
        <p:spPr>
          <a:xfrm>
            <a:off x="5849938" y="3581400"/>
            <a:ext cx="0" cy="23622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0D28A96-24E2-47FC-A423-0FC3829D6490}"/>
              </a:ext>
            </a:extLst>
          </p:cNvPr>
          <p:cNvCxnSpPr/>
          <p:nvPr/>
        </p:nvCxnSpPr>
        <p:spPr>
          <a:xfrm>
            <a:off x="5697538" y="5791200"/>
            <a:ext cx="2514600"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015141A-1294-4FF9-88D8-3B9AD1C912AC}"/>
              </a:ext>
            </a:extLst>
          </p:cNvPr>
          <p:cNvCxnSpPr>
            <a:cxnSpLocks/>
          </p:cNvCxnSpPr>
          <p:nvPr/>
        </p:nvCxnSpPr>
        <p:spPr>
          <a:xfrm flipV="1">
            <a:off x="6105526" y="4114801"/>
            <a:ext cx="2155825" cy="66357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FD50E14-EC67-45BC-9DB4-D35EE509DE7D}"/>
              </a:ext>
            </a:extLst>
          </p:cNvPr>
          <p:cNvSpPr/>
          <p:nvPr/>
        </p:nvSpPr>
        <p:spPr>
          <a:xfrm>
            <a:off x="6302376" y="4987926"/>
            <a:ext cx="149225" cy="136525"/>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grpSp>
        <p:nvGrpSpPr>
          <p:cNvPr id="81937" name="Group 46">
            <a:extLst>
              <a:ext uri="{FF2B5EF4-FFF2-40B4-BE49-F238E27FC236}">
                <a16:creationId xmlns:a16="http://schemas.microsoft.com/office/drawing/2014/main" id="{46285C28-49D3-4CEF-A656-DF67ED9DB53B}"/>
              </a:ext>
            </a:extLst>
          </p:cNvPr>
          <p:cNvGrpSpPr>
            <a:grpSpLocks/>
          </p:cNvGrpSpPr>
          <p:nvPr/>
        </p:nvGrpSpPr>
        <p:grpSpPr bwMode="auto">
          <a:xfrm rot="1042114">
            <a:off x="6307139" y="3940176"/>
            <a:ext cx="1831975" cy="1014413"/>
            <a:chOff x="1752600" y="3939822"/>
            <a:chExt cx="1831946" cy="1014532"/>
          </a:xfrm>
        </p:grpSpPr>
        <p:sp>
          <p:nvSpPr>
            <p:cNvPr id="48" name="Oval 47">
              <a:extLst>
                <a:ext uri="{FF2B5EF4-FFF2-40B4-BE49-F238E27FC236}">
                  <a16:creationId xmlns:a16="http://schemas.microsoft.com/office/drawing/2014/main" id="{56CC75C7-F5CF-4B5F-81CA-CD206847DE48}"/>
                </a:ext>
              </a:extLst>
            </p:cNvPr>
            <p:cNvSpPr/>
            <p:nvPr/>
          </p:nvSpPr>
          <p:spPr>
            <a:xfrm>
              <a:off x="2665607" y="4442363"/>
              <a:ext cx="147636" cy="138129"/>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49" name="Oval 48">
              <a:extLst>
                <a:ext uri="{FF2B5EF4-FFF2-40B4-BE49-F238E27FC236}">
                  <a16:creationId xmlns:a16="http://schemas.microsoft.com/office/drawing/2014/main" id="{D114A1E3-ADBC-4487-83DA-BB4DF9A471C4}"/>
                </a:ext>
              </a:extLst>
            </p:cNvPr>
            <p:cNvSpPr/>
            <p:nvPr/>
          </p:nvSpPr>
          <p:spPr>
            <a:xfrm>
              <a:off x="1752100" y="4723137"/>
              <a:ext cx="147636" cy="138128"/>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50" name="Oval 49">
              <a:extLst>
                <a:ext uri="{FF2B5EF4-FFF2-40B4-BE49-F238E27FC236}">
                  <a16:creationId xmlns:a16="http://schemas.microsoft.com/office/drawing/2014/main" id="{25365472-CB98-4415-855F-B25BDB586D4A}"/>
                </a:ext>
              </a:extLst>
            </p:cNvPr>
            <p:cNvSpPr/>
            <p:nvPr/>
          </p:nvSpPr>
          <p:spPr>
            <a:xfrm>
              <a:off x="1903763" y="4532630"/>
              <a:ext cx="147635" cy="138128"/>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51" name="Oval 50">
              <a:extLst>
                <a:ext uri="{FF2B5EF4-FFF2-40B4-BE49-F238E27FC236}">
                  <a16:creationId xmlns:a16="http://schemas.microsoft.com/office/drawing/2014/main" id="{B6C8C3D8-AA5B-42AA-9472-B272959B9D6F}"/>
                </a:ext>
              </a:extLst>
            </p:cNvPr>
            <p:cNvSpPr/>
            <p:nvPr/>
          </p:nvSpPr>
          <p:spPr>
            <a:xfrm>
              <a:off x="2008916" y="4815559"/>
              <a:ext cx="149223" cy="138128"/>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52" name="Oval 51">
              <a:extLst>
                <a:ext uri="{FF2B5EF4-FFF2-40B4-BE49-F238E27FC236}">
                  <a16:creationId xmlns:a16="http://schemas.microsoft.com/office/drawing/2014/main" id="{5AB48C56-EB36-465A-A4F1-8671DAB60E20}"/>
                </a:ext>
              </a:extLst>
            </p:cNvPr>
            <p:cNvSpPr/>
            <p:nvPr/>
          </p:nvSpPr>
          <p:spPr>
            <a:xfrm>
              <a:off x="2251273" y="4367361"/>
              <a:ext cx="147635" cy="138128"/>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53" name="Oval 52">
              <a:extLst>
                <a:ext uri="{FF2B5EF4-FFF2-40B4-BE49-F238E27FC236}">
                  <a16:creationId xmlns:a16="http://schemas.microsoft.com/office/drawing/2014/main" id="{17862686-9222-4396-9C1E-22ECABF677DD}"/>
                </a:ext>
              </a:extLst>
            </p:cNvPr>
            <p:cNvSpPr/>
            <p:nvPr/>
          </p:nvSpPr>
          <p:spPr>
            <a:xfrm>
              <a:off x="2356146" y="4665350"/>
              <a:ext cx="149223" cy="138129"/>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54" name="Oval 53">
              <a:extLst>
                <a:ext uri="{FF2B5EF4-FFF2-40B4-BE49-F238E27FC236}">
                  <a16:creationId xmlns:a16="http://schemas.microsoft.com/office/drawing/2014/main" id="{81D56BCC-5891-45D7-BD16-0A852B886578}"/>
                </a:ext>
              </a:extLst>
            </p:cNvPr>
            <p:cNvSpPr/>
            <p:nvPr/>
          </p:nvSpPr>
          <p:spPr>
            <a:xfrm>
              <a:off x="2740707" y="4076182"/>
              <a:ext cx="147636" cy="138129"/>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55" name="Oval 54">
              <a:extLst>
                <a:ext uri="{FF2B5EF4-FFF2-40B4-BE49-F238E27FC236}">
                  <a16:creationId xmlns:a16="http://schemas.microsoft.com/office/drawing/2014/main" id="{16D55F5A-38A6-442B-BA57-0DD88022A12F}"/>
                </a:ext>
              </a:extLst>
            </p:cNvPr>
            <p:cNvSpPr/>
            <p:nvPr/>
          </p:nvSpPr>
          <p:spPr>
            <a:xfrm>
              <a:off x="2431007" y="3963457"/>
              <a:ext cx="147635" cy="138129"/>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56" name="Oval 55">
              <a:extLst>
                <a:ext uri="{FF2B5EF4-FFF2-40B4-BE49-F238E27FC236}">
                  <a16:creationId xmlns:a16="http://schemas.microsoft.com/office/drawing/2014/main" id="{195A1889-EEA3-4D4B-91CA-41087A5AF193}"/>
                </a:ext>
              </a:extLst>
            </p:cNvPr>
            <p:cNvSpPr/>
            <p:nvPr/>
          </p:nvSpPr>
          <p:spPr>
            <a:xfrm>
              <a:off x="3436629" y="3939997"/>
              <a:ext cx="147636" cy="138128"/>
            </a:xfrm>
            <a:prstGeom prst="ellipse">
              <a:avLst/>
            </a:prstGeom>
            <a:noFill/>
            <a:ln>
              <a:solidFill>
                <a:srgbClr val="C6749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dirty="0"/>
            </a:p>
          </p:txBody>
        </p:sp>
      </p:grpSp>
      <p:grpSp>
        <p:nvGrpSpPr>
          <p:cNvPr id="81938" name="Group 56">
            <a:extLst>
              <a:ext uri="{FF2B5EF4-FFF2-40B4-BE49-F238E27FC236}">
                <a16:creationId xmlns:a16="http://schemas.microsoft.com/office/drawing/2014/main" id="{B3D3D2D8-DAD8-4231-9680-DFC3F93A97E2}"/>
              </a:ext>
            </a:extLst>
          </p:cNvPr>
          <p:cNvGrpSpPr>
            <a:grpSpLocks/>
          </p:cNvGrpSpPr>
          <p:nvPr/>
        </p:nvGrpSpPr>
        <p:grpSpPr bwMode="auto">
          <a:xfrm rot="547611">
            <a:off x="6546851" y="3892551"/>
            <a:ext cx="1141413" cy="1546225"/>
            <a:chOff x="1900806" y="3731220"/>
            <a:chExt cx="1140903" cy="1546065"/>
          </a:xfrm>
        </p:grpSpPr>
        <p:sp>
          <p:nvSpPr>
            <p:cNvPr id="58" name="Oval 57">
              <a:extLst>
                <a:ext uri="{FF2B5EF4-FFF2-40B4-BE49-F238E27FC236}">
                  <a16:creationId xmlns:a16="http://schemas.microsoft.com/office/drawing/2014/main" id="{01980337-9A2D-469E-A2B7-8EC096F498F0}"/>
                </a:ext>
              </a:extLst>
            </p:cNvPr>
            <p:cNvSpPr/>
            <p:nvPr/>
          </p:nvSpPr>
          <p:spPr>
            <a:xfrm>
              <a:off x="2818244" y="4593462"/>
              <a:ext cx="147571" cy="138099"/>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59" name="Oval 58">
              <a:extLst>
                <a:ext uri="{FF2B5EF4-FFF2-40B4-BE49-F238E27FC236}">
                  <a16:creationId xmlns:a16="http://schemas.microsoft.com/office/drawing/2014/main" id="{B9FA457D-E241-4AB4-9DA9-84A36A98DE09}"/>
                </a:ext>
              </a:extLst>
            </p:cNvPr>
            <p:cNvSpPr/>
            <p:nvPr/>
          </p:nvSpPr>
          <p:spPr>
            <a:xfrm>
              <a:off x="1904191" y="4877003"/>
              <a:ext cx="147572" cy="136511"/>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60" name="Oval 59">
              <a:extLst>
                <a:ext uri="{FF2B5EF4-FFF2-40B4-BE49-F238E27FC236}">
                  <a16:creationId xmlns:a16="http://schemas.microsoft.com/office/drawing/2014/main" id="{57572440-3625-417D-BDC4-5AB4C3739D02}"/>
                </a:ext>
              </a:extLst>
            </p:cNvPr>
            <p:cNvSpPr/>
            <p:nvPr/>
          </p:nvSpPr>
          <p:spPr>
            <a:xfrm>
              <a:off x="2056619" y="4685306"/>
              <a:ext cx="147572" cy="136511"/>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61" name="Oval 60">
              <a:extLst>
                <a:ext uri="{FF2B5EF4-FFF2-40B4-BE49-F238E27FC236}">
                  <a16:creationId xmlns:a16="http://schemas.microsoft.com/office/drawing/2014/main" id="{316B9926-CFFD-4FA5-883B-1A522D6256CF}"/>
                </a:ext>
              </a:extLst>
            </p:cNvPr>
            <p:cNvSpPr/>
            <p:nvPr/>
          </p:nvSpPr>
          <p:spPr>
            <a:xfrm>
              <a:off x="2161771" y="4968928"/>
              <a:ext cx="149158" cy="138099"/>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62" name="Oval 61">
              <a:extLst>
                <a:ext uri="{FF2B5EF4-FFF2-40B4-BE49-F238E27FC236}">
                  <a16:creationId xmlns:a16="http://schemas.microsoft.com/office/drawing/2014/main" id="{790E5EC8-E5B5-46F1-B116-E089562BF0EB}"/>
                </a:ext>
              </a:extLst>
            </p:cNvPr>
            <p:cNvSpPr/>
            <p:nvPr/>
          </p:nvSpPr>
          <p:spPr>
            <a:xfrm>
              <a:off x="1899659" y="5138187"/>
              <a:ext cx="147571" cy="138098"/>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63" name="Oval 62">
              <a:extLst>
                <a:ext uri="{FF2B5EF4-FFF2-40B4-BE49-F238E27FC236}">
                  <a16:creationId xmlns:a16="http://schemas.microsoft.com/office/drawing/2014/main" id="{C4F79E17-25CA-4F0C-93CD-E68C8C88D7A0}"/>
                </a:ext>
              </a:extLst>
            </p:cNvPr>
            <p:cNvSpPr/>
            <p:nvPr/>
          </p:nvSpPr>
          <p:spPr>
            <a:xfrm>
              <a:off x="2402590" y="4517050"/>
              <a:ext cx="149158" cy="138098"/>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64" name="Oval 63">
              <a:extLst>
                <a:ext uri="{FF2B5EF4-FFF2-40B4-BE49-F238E27FC236}">
                  <a16:creationId xmlns:a16="http://schemas.microsoft.com/office/drawing/2014/main" id="{90CB2D08-03C7-4929-B7FB-C5CEAC1D1CAD}"/>
                </a:ext>
              </a:extLst>
            </p:cNvPr>
            <p:cNvSpPr/>
            <p:nvPr/>
          </p:nvSpPr>
          <p:spPr>
            <a:xfrm>
              <a:off x="2508702" y="4818309"/>
              <a:ext cx="149158" cy="136511"/>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65" name="Oval 64">
              <a:extLst>
                <a:ext uri="{FF2B5EF4-FFF2-40B4-BE49-F238E27FC236}">
                  <a16:creationId xmlns:a16="http://schemas.microsoft.com/office/drawing/2014/main" id="{40B9518B-6DB6-4B50-AC6B-D6863CA53C29}"/>
                </a:ext>
              </a:extLst>
            </p:cNvPr>
            <p:cNvSpPr/>
            <p:nvPr/>
          </p:nvSpPr>
          <p:spPr>
            <a:xfrm>
              <a:off x="2893032" y="4229349"/>
              <a:ext cx="147572" cy="136511"/>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66" name="Oval 65">
              <a:extLst>
                <a:ext uri="{FF2B5EF4-FFF2-40B4-BE49-F238E27FC236}">
                  <a16:creationId xmlns:a16="http://schemas.microsoft.com/office/drawing/2014/main" id="{B2448B74-45F0-49C6-A9D4-4E757D6A1B1E}"/>
                </a:ext>
              </a:extLst>
            </p:cNvPr>
            <p:cNvSpPr/>
            <p:nvPr/>
          </p:nvSpPr>
          <p:spPr>
            <a:xfrm>
              <a:off x="2583912" y="4115053"/>
              <a:ext cx="147571" cy="138098"/>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67" name="Oval 66">
              <a:extLst>
                <a:ext uri="{FF2B5EF4-FFF2-40B4-BE49-F238E27FC236}">
                  <a16:creationId xmlns:a16="http://schemas.microsoft.com/office/drawing/2014/main" id="{88BE7D35-EDAE-4E3D-BE87-F555E6C58295}"/>
                </a:ext>
              </a:extLst>
            </p:cNvPr>
            <p:cNvSpPr/>
            <p:nvPr/>
          </p:nvSpPr>
          <p:spPr>
            <a:xfrm>
              <a:off x="2886948" y="3730344"/>
              <a:ext cx="147572" cy="138099"/>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grpSp>
      <p:cxnSp>
        <p:nvCxnSpPr>
          <p:cNvPr id="68" name="Straight Connector 67">
            <a:extLst>
              <a:ext uri="{FF2B5EF4-FFF2-40B4-BE49-F238E27FC236}">
                <a16:creationId xmlns:a16="http://schemas.microsoft.com/office/drawing/2014/main" id="{9E98C1AE-5147-4D38-96E8-85FE110E3A03}"/>
              </a:ext>
            </a:extLst>
          </p:cNvPr>
          <p:cNvCxnSpPr>
            <a:cxnSpLocks/>
            <a:stCxn id="62" idx="4"/>
          </p:cNvCxnSpPr>
          <p:nvPr/>
        </p:nvCxnSpPr>
        <p:spPr>
          <a:xfrm flipV="1">
            <a:off x="6503988" y="4003675"/>
            <a:ext cx="1562100" cy="1346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81940" name="TextBox 69">
            <a:extLst>
              <a:ext uri="{FF2B5EF4-FFF2-40B4-BE49-F238E27FC236}">
                <a16:creationId xmlns:a16="http://schemas.microsoft.com/office/drawing/2014/main" id="{DE62AD6A-2064-43A4-AC1C-EBBF5F3C1CEC}"/>
              </a:ext>
            </a:extLst>
          </p:cNvPr>
          <p:cNvSpPr txBox="1">
            <a:spLocks noChangeArrowheads="1"/>
          </p:cNvSpPr>
          <p:nvPr/>
        </p:nvSpPr>
        <p:spPr bwMode="auto">
          <a:xfrm rot="16200000">
            <a:off x="1232695" y="4258470"/>
            <a:ext cx="12112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r>
              <a:rPr lang="en-IN" altLang="en-US"/>
              <a:t>Post Spend</a:t>
            </a:r>
          </a:p>
        </p:txBody>
      </p:sp>
      <p:sp>
        <p:nvSpPr>
          <p:cNvPr id="81941" name="TextBox 70">
            <a:extLst>
              <a:ext uri="{FF2B5EF4-FFF2-40B4-BE49-F238E27FC236}">
                <a16:creationId xmlns:a16="http://schemas.microsoft.com/office/drawing/2014/main" id="{12B8EB36-38DE-4519-9C43-A7D5410B658D}"/>
              </a:ext>
            </a:extLst>
          </p:cNvPr>
          <p:cNvSpPr txBox="1">
            <a:spLocks noChangeArrowheads="1"/>
          </p:cNvSpPr>
          <p:nvPr/>
        </p:nvSpPr>
        <p:spPr bwMode="auto">
          <a:xfrm rot="16200000">
            <a:off x="5040313" y="4138613"/>
            <a:ext cx="12128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r>
              <a:rPr lang="en-IN" altLang="en-US"/>
              <a:t>Post Spend</a:t>
            </a:r>
          </a:p>
        </p:txBody>
      </p:sp>
      <p:sp>
        <p:nvSpPr>
          <p:cNvPr id="81942" name="TextBox 71">
            <a:extLst>
              <a:ext uri="{FF2B5EF4-FFF2-40B4-BE49-F238E27FC236}">
                <a16:creationId xmlns:a16="http://schemas.microsoft.com/office/drawing/2014/main" id="{C6B5DFEC-4FAA-4C59-B4E1-9999F713AEA6}"/>
              </a:ext>
            </a:extLst>
          </p:cNvPr>
          <p:cNvSpPr txBox="1">
            <a:spLocks noChangeArrowheads="1"/>
          </p:cNvSpPr>
          <p:nvPr/>
        </p:nvSpPr>
        <p:spPr bwMode="auto">
          <a:xfrm>
            <a:off x="6640514" y="5775326"/>
            <a:ext cx="16208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r>
              <a:rPr lang="en-IN" altLang="en-US"/>
              <a:t>Pre Spend</a:t>
            </a:r>
          </a:p>
        </p:txBody>
      </p:sp>
      <p:sp>
        <p:nvSpPr>
          <p:cNvPr id="81943" name="TextBox 72">
            <a:extLst>
              <a:ext uri="{FF2B5EF4-FFF2-40B4-BE49-F238E27FC236}">
                <a16:creationId xmlns:a16="http://schemas.microsoft.com/office/drawing/2014/main" id="{0AF02858-3C94-4D71-A529-08C8882245DC}"/>
              </a:ext>
            </a:extLst>
          </p:cNvPr>
          <p:cNvSpPr txBox="1">
            <a:spLocks noChangeArrowheads="1"/>
          </p:cNvSpPr>
          <p:nvPr/>
        </p:nvSpPr>
        <p:spPr bwMode="auto">
          <a:xfrm>
            <a:off x="2836863" y="5770564"/>
            <a:ext cx="16192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r>
              <a:rPr lang="en-IN" altLang="en-US"/>
              <a:t>Pre Spend</a:t>
            </a:r>
          </a:p>
        </p:txBody>
      </p:sp>
      <p:sp>
        <p:nvSpPr>
          <p:cNvPr id="81944" name="TextBox 73">
            <a:extLst>
              <a:ext uri="{FF2B5EF4-FFF2-40B4-BE49-F238E27FC236}">
                <a16:creationId xmlns:a16="http://schemas.microsoft.com/office/drawing/2014/main" id="{93F73AAD-4800-4D4A-9F1D-2276962F2FC3}"/>
              </a:ext>
            </a:extLst>
          </p:cNvPr>
          <p:cNvSpPr txBox="1">
            <a:spLocks noChangeArrowheads="1"/>
          </p:cNvSpPr>
          <p:nvPr/>
        </p:nvSpPr>
        <p:spPr bwMode="auto">
          <a:xfrm>
            <a:off x="2324101" y="3200401"/>
            <a:ext cx="1865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r>
              <a:rPr lang="en-IN" altLang="en-US" dirty="0"/>
              <a:t>Without Interaction</a:t>
            </a:r>
          </a:p>
        </p:txBody>
      </p:sp>
      <p:sp>
        <p:nvSpPr>
          <p:cNvPr id="81945" name="TextBox 74">
            <a:extLst>
              <a:ext uri="{FF2B5EF4-FFF2-40B4-BE49-F238E27FC236}">
                <a16:creationId xmlns:a16="http://schemas.microsoft.com/office/drawing/2014/main" id="{41C64127-887E-45E0-8CDB-197130EBB578}"/>
              </a:ext>
            </a:extLst>
          </p:cNvPr>
          <p:cNvSpPr txBox="1">
            <a:spLocks noChangeArrowheads="1"/>
          </p:cNvSpPr>
          <p:nvPr/>
        </p:nvSpPr>
        <p:spPr bwMode="auto">
          <a:xfrm>
            <a:off x="6157913" y="3160714"/>
            <a:ext cx="18653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r>
              <a:rPr lang="en-IN" altLang="en-US"/>
              <a:t>With Interaction</a:t>
            </a:r>
          </a:p>
        </p:txBody>
      </p:sp>
      <p:sp>
        <p:nvSpPr>
          <p:cNvPr id="2" name="Rectangle 1">
            <a:extLst>
              <a:ext uri="{FF2B5EF4-FFF2-40B4-BE49-F238E27FC236}">
                <a16:creationId xmlns:a16="http://schemas.microsoft.com/office/drawing/2014/main" id="{19415EB8-D52B-4D61-A7FD-9FAB05B6A064}"/>
              </a:ext>
            </a:extLst>
          </p:cNvPr>
          <p:cNvSpPr/>
          <p:nvPr/>
        </p:nvSpPr>
        <p:spPr>
          <a:xfrm>
            <a:off x="9756985" y="1077915"/>
            <a:ext cx="2051052" cy="239871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dirty="0"/>
              <a:t>We used this model to estimate the expected uplift for sample size calculator</a:t>
            </a:r>
            <a:endParaRPr lang="en-US" dirty="0"/>
          </a:p>
        </p:txBody>
      </p:sp>
      <p:sp>
        <p:nvSpPr>
          <p:cNvPr id="14" name="Arrow: Left 13">
            <a:extLst>
              <a:ext uri="{FF2B5EF4-FFF2-40B4-BE49-F238E27FC236}">
                <a16:creationId xmlns:a16="http://schemas.microsoft.com/office/drawing/2014/main" id="{99D4E8C9-D4AC-4F9F-A0A6-EC7F9157D0FF}"/>
              </a:ext>
            </a:extLst>
          </p:cNvPr>
          <p:cNvSpPr/>
          <p:nvPr/>
        </p:nvSpPr>
        <p:spPr>
          <a:xfrm>
            <a:off x="8810625" y="1974641"/>
            <a:ext cx="695325" cy="30777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Placeholder 2">
            <a:extLst>
              <a:ext uri="{FF2B5EF4-FFF2-40B4-BE49-F238E27FC236}">
                <a16:creationId xmlns:a16="http://schemas.microsoft.com/office/drawing/2014/main" id="{923AA41B-80E7-4995-BBA8-19AB12F78292}"/>
              </a:ext>
            </a:extLst>
          </p:cNvPr>
          <p:cNvSpPr txBox="1">
            <a:spLocks/>
          </p:cNvSpPr>
          <p:nvPr/>
        </p:nvSpPr>
        <p:spPr bwMode="auto">
          <a:xfrm>
            <a:off x="1524000" y="0"/>
            <a:ext cx="9144000" cy="647700"/>
          </a:xfrm>
          <a:prstGeom prst="rect">
            <a:avLst/>
          </a:prstGeom>
          <a:solidFill>
            <a:srgbClr val="0070C0"/>
          </a:solidFill>
          <a:ln w="9525">
            <a:solidFill>
              <a:schemeClr val="tx1"/>
            </a:solidFill>
            <a:miter lim="800000"/>
            <a:headEnd/>
            <a:tailEnd/>
          </a:ln>
          <a:effectLst/>
        </p:spPr>
        <p:txBody>
          <a:bodyPr>
            <a:normAutofit/>
          </a:bodyPr>
          <a:lstStyle>
            <a:lvl1pPr marL="269875" indent="-269875" algn="l" rtl="0" eaLnBrk="1" fontAlgn="base" hangingPunct="1">
              <a:spcBef>
                <a:spcPts val="480"/>
              </a:spcBef>
              <a:spcAft>
                <a:spcPts val="480"/>
              </a:spcAft>
              <a:buFont typeface="Arial" charset="0"/>
              <a:buChar char="●"/>
              <a:defRPr sz="2000">
                <a:solidFill>
                  <a:schemeClr val="tx1"/>
                </a:solidFill>
                <a:latin typeface="+mn-lt"/>
                <a:ea typeface="+mn-ea"/>
                <a:cs typeface="+mn-cs"/>
              </a:defRPr>
            </a:lvl1pPr>
            <a:lvl2pPr marL="712788" indent="-263525" algn="l" rtl="0" eaLnBrk="1" fontAlgn="base" hangingPunct="1">
              <a:spcBef>
                <a:spcPct val="20000"/>
              </a:spcBef>
              <a:spcAft>
                <a:spcPct val="20000"/>
              </a:spcAft>
              <a:buFont typeface="Arial" charset="0"/>
              <a:buChar char="–"/>
              <a:defRPr sz="1800">
                <a:solidFill>
                  <a:schemeClr val="tx1"/>
                </a:solidFill>
                <a:latin typeface="+mn-lt"/>
              </a:defRPr>
            </a:lvl2pPr>
            <a:lvl3pPr marL="1155700" indent="-263525" algn="l" rtl="0" eaLnBrk="1" fontAlgn="base" hangingPunct="1">
              <a:spcBef>
                <a:spcPct val="20000"/>
              </a:spcBef>
              <a:spcAft>
                <a:spcPct val="20000"/>
              </a:spcAft>
              <a:buFont typeface="Arial" charset="0"/>
              <a:buChar char="–"/>
              <a:defRPr sz="1800">
                <a:solidFill>
                  <a:schemeClr val="tx1"/>
                </a:solidFill>
                <a:latin typeface="+mn-lt"/>
              </a:defRPr>
            </a:lvl3pPr>
            <a:lvl4pPr marL="1598613" indent="-263525" algn="l" rtl="0" eaLnBrk="1" fontAlgn="base" hangingPunct="1">
              <a:spcBef>
                <a:spcPct val="20000"/>
              </a:spcBef>
              <a:spcAft>
                <a:spcPct val="20000"/>
              </a:spcAft>
              <a:buChar char="–"/>
              <a:defRPr sz="1600">
                <a:solidFill>
                  <a:schemeClr val="tx1"/>
                </a:solidFill>
                <a:latin typeface="+mn-lt"/>
              </a:defRPr>
            </a:lvl4pPr>
            <a:lvl5pPr marL="2063750" indent="-276225" algn="l" rtl="0" eaLnBrk="1" fontAlgn="base" hangingPunct="1">
              <a:spcBef>
                <a:spcPct val="20000"/>
              </a:spcBef>
              <a:spcAft>
                <a:spcPct val="20000"/>
              </a:spcAft>
              <a:buChar char="»"/>
              <a:defRPr sz="1600">
                <a:solidFill>
                  <a:schemeClr val="tx1"/>
                </a:solidFill>
                <a:latin typeface="+mn-lt"/>
              </a:defRPr>
            </a:lvl5pPr>
            <a:lvl6pPr marL="2520950" indent="-276225" algn="l" rtl="0" eaLnBrk="1" fontAlgn="base" hangingPunct="1">
              <a:spcBef>
                <a:spcPct val="20000"/>
              </a:spcBef>
              <a:spcAft>
                <a:spcPct val="20000"/>
              </a:spcAft>
              <a:buChar char="»"/>
              <a:defRPr sz="1600">
                <a:solidFill>
                  <a:schemeClr val="tx1"/>
                </a:solidFill>
                <a:latin typeface="+mn-lt"/>
              </a:defRPr>
            </a:lvl6pPr>
            <a:lvl7pPr marL="2978150" indent="-276225" algn="l" rtl="0" eaLnBrk="1" fontAlgn="base" hangingPunct="1">
              <a:spcBef>
                <a:spcPct val="20000"/>
              </a:spcBef>
              <a:spcAft>
                <a:spcPct val="20000"/>
              </a:spcAft>
              <a:buChar char="»"/>
              <a:defRPr sz="1600">
                <a:solidFill>
                  <a:schemeClr val="tx1"/>
                </a:solidFill>
                <a:latin typeface="+mn-lt"/>
              </a:defRPr>
            </a:lvl7pPr>
            <a:lvl8pPr marL="3435350" indent="-276225" algn="l" rtl="0" eaLnBrk="1" fontAlgn="base" hangingPunct="1">
              <a:spcBef>
                <a:spcPct val="20000"/>
              </a:spcBef>
              <a:spcAft>
                <a:spcPct val="20000"/>
              </a:spcAft>
              <a:buChar char="»"/>
              <a:defRPr sz="1600">
                <a:solidFill>
                  <a:schemeClr val="tx1"/>
                </a:solidFill>
                <a:latin typeface="+mn-lt"/>
              </a:defRPr>
            </a:lvl8pPr>
            <a:lvl9pPr marL="3892550" indent="-276225" algn="l" rtl="0" eaLnBrk="1" fontAlgn="base" hangingPunct="1">
              <a:spcBef>
                <a:spcPct val="20000"/>
              </a:spcBef>
              <a:spcAft>
                <a:spcPct val="20000"/>
              </a:spcAft>
              <a:buChar char="»"/>
              <a:defRPr sz="1600">
                <a:solidFill>
                  <a:schemeClr val="tx1"/>
                </a:solidFill>
                <a:latin typeface="+mn-lt"/>
              </a:defRPr>
            </a:lvl9pPr>
          </a:lstStyle>
          <a:p>
            <a:pPr marL="0" indent="0" algn="ctr">
              <a:buNone/>
              <a:defRPr/>
            </a:pPr>
            <a:r>
              <a:rPr lang="en-IN" sz="3200" kern="0">
                <a:solidFill>
                  <a:srgbClr val="FFFFFF"/>
                </a:solidFill>
              </a:rPr>
              <a:t>Uplift from ANCOVA Model</a:t>
            </a:r>
            <a:endParaRPr lang="en-IN" sz="3200" kern="0" dirty="0">
              <a:solidFill>
                <a:srgbClr val="FFFFFF"/>
              </a:solidFill>
            </a:endParaRPr>
          </a:p>
        </p:txBody>
      </p:sp>
      <p:pic>
        <p:nvPicPr>
          <p:cNvPr id="82947" name="Picture 8">
            <a:extLst>
              <a:ext uri="{FF2B5EF4-FFF2-40B4-BE49-F238E27FC236}">
                <a16:creationId xmlns:a16="http://schemas.microsoft.com/office/drawing/2014/main" id="{113BB9A9-4B5F-47D4-91F1-0D226CB00D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5950" y="931863"/>
            <a:ext cx="5087938"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8" name="Picture 9">
            <a:extLst>
              <a:ext uri="{FF2B5EF4-FFF2-40B4-BE49-F238E27FC236}">
                <a16:creationId xmlns:a16="http://schemas.microsoft.com/office/drawing/2014/main" id="{B1C17AB1-6436-4470-8CC2-1D983D16B6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6588" y="2295526"/>
            <a:ext cx="6189662"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9" name="Picture 10">
            <a:extLst>
              <a:ext uri="{FF2B5EF4-FFF2-40B4-BE49-F238E27FC236}">
                <a16:creationId xmlns:a16="http://schemas.microsoft.com/office/drawing/2014/main" id="{A9C6AA7F-9A70-42EE-9191-17F0E40887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6589" y="3568700"/>
            <a:ext cx="5203825"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0" name="Picture 11">
            <a:extLst>
              <a:ext uri="{FF2B5EF4-FFF2-40B4-BE49-F238E27FC236}">
                <a16:creationId xmlns:a16="http://schemas.microsoft.com/office/drawing/2014/main" id="{5BEFFDE3-2B49-4881-8E03-D81B8462DA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1" y="4151314"/>
            <a:ext cx="3795713" cy="171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1" name="TextBox 12">
            <a:extLst>
              <a:ext uri="{FF2B5EF4-FFF2-40B4-BE49-F238E27FC236}">
                <a16:creationId xmlns:a16="http://schemas.microsoft.com/office/drawing/2014/main" id="{BC233652-89F3-480D-9EEF-A296A3B1BF74}"/>
              </a:ext>
            </a:extLst>
          </p:cNvPr>
          <p:cNvSpPr txBox="1">
            <a:spLocks noChangeArrowheads="1"/>
          </p:cNvSpPr>
          <p:nvPr/>
        </p:nvSpPr>
        <p:spPr bwMode="auto">
          <a:xfrm>
            <a:off x="6629400" y="5791201"/>
            <a:ext cx="40386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eaLnBrk="1" hangingPunct="1"/>
            <a:r>
              <a:rPr lang="en-IN" altLang="en-US" sz="1300"/>
              <a:t>We will observe same uplift for all mailed customers if interaction term is insignificant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7" name="Content Placeholder 66">
                <a:extLst>
                  <a:ext uri="{FF2B5EF4-FFF2-40B4-BE49-F238E27FC236}">
                    <a16:creationId xmlns:a16="http://schemas.microsoft.com/office/drawing/2014/main" id="{A04C9E5E-C58F-45FB-A0AA-B7B9E2B2F6C9}"/>
                  </a:ext>
                </a:extLst>
              </p:cNvPr>
              <p:cNvSpPr>
                <a:spLocks noGrp="1"/>
              </p:cNvSpPr>
              <p:nvPr>
                <p:ph idx="1"/>
              </p:nvPr>
            </p:nvSpPr>
            <p:spPr>
              <a:xfrm>
                <a:off x="1028700" y="1470207"/>
                <a:ext cx="10829925" cy="4795838"/>
              </a:xfrm>
            </p:spPr>
            <p:txBody>
              <a:bodyPr>
                <a:normAutofit/>
              </a:bodyPr>
              <a:lstStyle/>
              <a:p>
                <a:r>
                  <a:rPr lang="en-IN" sz="2000" dirty="0"/>
                  <a:t>Using stepwise forward and backward selection method, the features that are significant for the ANCOVA model are selected</a:t>
                </a:r>
              </a:p>
              <a:p>
                <a:r>
                  <a:rPr lang="en-IN" sz="2000" dirty="0"/>
                  <a:t>These features can include segments of extra-covariate, and the interaction terms.</a:t>
                </a:r>
              </a:p>
              <a:p>
                <a:r>
                  <a:rPr lang="en-IN" sz="2000" dirty="0"/>
                  <a:t>Using the above significant feature variables </a:t>
                </a:r>
                <a:r>
                  <a:rPr lang="en-IN" sz="2000" dirty="0" err="1"/>
                  <a:t>Ancova</a:t>
                </a:r>
                <a:r>
                  <a:rPr lang="en-IN" sz="2000" dirty="0"/>
                  <a:t> model is trained.</a:t>
                </a:r>
              </a:p>
              <a:p>
                <a:r>
                  <a:rPr lang="en-IN" sz="2000" dirty="0"/>
                  <a:t>For </a:t>
                </a:r>
                <a:r>
                  <a:rPr lang="en-IN" sz="2000" dirty="0" err="1"/>
                  <a:t>eg</a:t>
                </a:r>
                <a:r>
                  <a:rPr lang="en-IN" sz="2000" dirty="0"/>
                  <a:t>, for </a:t>
                </a:r>
                <a:r>
                  <a:rPr lang="en-IN" sz="2000" dirty="0" err="1"/>
                  <a:t>extra_covariate</a:t>
                </a:r>
                <a:r>
                  <a:rPr lang="en-IN" sz="2000" dirty="0"/>
                  <a:t> =  ‘</a:t>
                </a:r>
                <a:r>
                  <a:rPr lang="en-IN" sz="2000" b="1" i="1" dirty="0" err="1"/>
                  <a:t>shabits</a:t>
                </a:r>
                <a:r>
                  <a:rPr lang="en-IN" sz="2000" dirty="0"/>
                  <a:t>‘ , the model equation may look like , for loyalty segment where  VL and PR tags  are significant:</a:t>
                </a:r>
                <a:br>
                  <a:rPr lang="en-IN" sz="2000" dirty="0"/>
                </a:br>
                <a:endParaRPr lang="en-IN" sz="2000" dirty="0"/>
              </a:p>
              <a:p>
                <a:pPr lvl="1"/>
                <a14:m>
                  <m:oMath xmlns:m="http://schemas.openxmlformats.org/officeDocument/2006/math">
                    <m:r>
                      <a:rPr lang="en-GB" i="1">
                        <a:ln w="0"/>
                        <a:effectLst>
                          <a:outerShdw blurRad="38100" dist="19050" dir="2700000" algn="tl" rotWithShape="0">
                            <a:schemeClr val="dk1">
                              <a:alpha val="40000"/>
                            </a:schemeClr>
                          </a:outerShdw>
                        </a:effectLst>
                        <a:latin typeface="Cambria Math" panose="02040503050406030204" pitchFamily="18" charset="0"/>
                      </a:rPr>
                      <m:t>𝒑𝒐𝒔𝒕</m:t>
                    </m:r>
                    <m:r>
                      <a:rPr lang="en-GB" i="1">
                        <a:ln w="0"/>
                        <a:effectLst>
                          <a:outerShdw blurRad="38100" dist="19050" dir="2700000" algn="tl" rotWithShape="0">
                            <a:schemeClr val="dk1">
                              <a:alpha val="40000"/>
                            </a:schemeClr>
                          </a:outerShdw>
                        </a:effectLst>
                        <a:latin typeface="Cambria Math" panose="02040503050406030204" pitchFamily="18" charset="0"/>
                      </a:rPr>
                      <m:t>= </m:t>
                    </m:r>
                    <m:r>
                      <a:rPr lang="en-GB" i="1">
                        <a:ln w="0"/>
                        <a:effectLst>
                          <a:outerShdw blurRad="38100" dist="19050" dir="2700000" algn="tl" rotWithShape="0">
                            <a:schemeClr val="dk1">
                              <a:alpha val="40000"/>
                            </a:schemeClr>
                          </a:outerShdw>
                        </a:effectLst>
                        <a:latin typeface="Cambria Math" panose="02040503050406030204" pitchFamily="18" charset="0"/>
                      </a:rPr>
                      <m:t>𝜶</m:t>
                    </m:r>
                    <m:r>
                      <a:rPr lang="en-GB" i="1">
                        <a:ln w="0"/>
                        <a:effectLst>
                          <a:outerShdw blurRad="38100" dist="19050" dir="2700000" algn="tl" rotWithShape="0">
                            <a:schemeClr val="dk1">
                              <a:alpha val="40000"/>
                            </a:schemeClr>
                          </a:outerShdw>
                        </a:effectLst>
                        <a:latin typeface="Cambria Math" panose="02040503050406030204" pitchFamily="18" charset="0"/>
                      </a:rPr>
                      <m:t>+ </m:t>
                    </m:r>
                    <m:r>
                      <a:rPr lang="en-GB" i="1">
                        <a:ln w="0"/>
                        <a:effectLst>
                          <a:outerShdw blurRad="38100" dist="19050" dir="2700000" algn="tl" rotWithShape="0">
                            <a:schemeClr val="dk1">
                              <a:alpha val="40000"/>
                            </a:schemeClr>
                          </a:outerShdw>
                        </a:effectLst>
                        <a:latin typeface="Cambria Math" panose="02040503050406030204" pitchFamily="18" charset="0"/>
                      </a:rPr>
                      <m:t>𝜷</m:t>
                    </m:r>
                    <m:r>
                      <a:rPr lang="en-GB" i="1">
                        <a:ln w="0"/>
                        <a:effectLst>
                          <a:outerShdw blurRad="38100" dist="19050" dir="2700000" algn="tl" rotWithShape="0">
                            <a:schemeClr val="dk1">
                              <a:alpha val="40000"/>
                            </a:schemeClr>
                          </a:outerShdw>
                        </a:effectLst>
                        <a:latin typeface="Cambria Math" panose="02040503050406030204" pitchFamily="18" charset="0"/>
                      </a:rPr>
                      <m:t>∗</m:t>
                    </m:r>
                    <m:r>
                      <a:rPr lang="en-GB" i="1">
                        <a:ln w="0"/>
                        <a:effectLst>
                          <a:outerShdw blurRad="38100" dist="19050" dir="2700000" algn="tl" rotWithShape="0">
                            <a:schemeClr val="dk1">
                              <a:alpha val="40000"/>
                            </a:schemeClr>
                          </a:outerShdw>
                        </a:effectLst>
                        <a:latin typeface="Cambria Math" panose="02040503050406030204" pitchFamily="18" charset="0"/>
                      </a:rPr>
                      <m:t>𝑬𝒙𝒑𝒐𝒔𝒆𝒅</m:t>
                    </m:r>
                    <m:r>
                      <a:rPr lang="en-GB" i="1">
                        <a:ln w="0"/>
                        <a:effectLst>
                          <a:outerShdw blurRad="38100" dist="19050" dir="2700000" algn="tl" rotWithShape="0">
                            <a:schemeClr val="dk1">
                              <a:alpha val="40000"/>
                            </a:schemeClr>
                          </a:outerShdw>
                        </a:effectLst>
                        <a:latin typeface="Cambria Math" panose="02040503050406030204" pitchFamily="18" charset="0"/>
                      </a:rPr>
                      <m:t>+ </m:t>
                    </m:r>
                    <m:r>
                      <a:rPr lang="en-GB" i="1">
                        <a:ln w="0"/>
                        <a:effectLst>
                          <a:outerShdw blurRad="38100" dist="19050" dir="2700000" algn="tl" rotWithShape="0">
                            <a:schemeClr val="dk1">
                              <a:alpha val="40000"/>
                            </a:schemeClr>
                          </a:outerShdw>
                        </a:effectLst>
                        <a:latin typeface="Cambria Math" panose="02040503050406030204" pitchFamily="18" charset="0"/>
                      </a:rPr>
                      <m:t>𝜸</m:t>
                    </m:r>
                    <m:r>
                      <a:rPr lang="en-GB" i="1">
                        <a:ln w="0"/>
                        <a:effectLst>
                          <a:outerShdw blurRad="38100" dist="19050" dir="2700000" algn="tl" rotWithShape="0">
                            <a:schemeClr val="dk1">
                              <a:alpha val="40000"/>
                            </a:schemeClr>
                          </a:outerShdw>
                        </a:effectLst>
                        <a:latin typeface="Cambria Math" panose="02040503050406030204" pitchFamily="18" charset="0"/>
                      </a:rPr>
                      <m:t> </m:t>
                    </m:r>
                    <m:d>
                      <m:dPr>
                        <m:ctrlPr>
                          <a:rPr lang="en-US" i="1">
                            <a:ln w="0"/>
                            <a:effectLst>
                              <a:outerShdw blurRad="38100" dist="19050" dir="2700000" algn="tl" rotWithShape="0">
                                <a:schemeClr val="dk1">
                                  <a:alpha val="40000"/>
                                </a:schemeClr>
                              </a:outerShdw>
                            </a:effectLst>
                            <a:latin typeface="Cambria Math" panose="02040503050406030204" pitchFamily="18" charset="0"/>
                          </a:rPr>
                        </m:ctrlPr>
                      </m:dPr>
                      <m:e>
                        <m:r>
                          <a:rPr lang="en-GB" i="1">
                            <a:ln w="0"/>
                            <a:effectLst>
                              <a:outerShdw blurRad="38100" dist="19050" dir="2700000" algn="tl" rotWithShape="0">
                                <a:schemeClr val="dk1">
                                  <a:alpha val="40000"/>
                                </a:schemeClr>
                              </a:outerShdw>
                            </a:effectLst>
                            <a:latin typeface="Cambria Math" panose="02040503050406030204" pitchFamily="18" charset="0"/>
                          </a:rPr>
                          <m:t>𝑷𝒓𝒆</m:t>
                        </m:r>
                      </m:e>
                    </m:d>
                    <m:r>
                      <a:rPr lang="en-GB" i="1">
                        <a:ln w="0"/>
                        <a:effectLst>
                          <a:outerShdw blurRad="38100" dist="19050" dir="2700000" algn="tl" rotWithShape="0">
                            <a:schemeClr val="dk1">
                              <a:alpha val="40000"/>
                            </a:schemeClr>
                          </a:outerShdw>
                        </a:effectLst>
                        <a:latin typeface="Cambria Math" panose="02040503050406030204" pitchFamily="18" charset="0"/>
                      </a:rPr>
                      <m:t>+</m:t>
                    </m:r>
                    <m:r>
                      <a:rPr lang="en-GB" i="1">
                        <a:ln w="0"/>
                        <a:effectLst>
                          <a:outerShdw blurRad="38100" dist="19050" dir="2700000" algn="tl" rotWithShape="0">
                            <a:schemeClr val="dk1">
                              <a:alpha val="40000"/>
                            </a:schemeClr>
                          </a:outerShdw>
                        </a:effectLst>
                        <a:latin typeface="Cambria Math" panose="02040503050406030204" pitchFamily="18" charset="0"/>
                      </a:rPr>
                      <m:t>𝜹</m:t>
                    </m:r>
                    <m:d>
                      <m:dPr>
                        <m:ctrlPr>
                          <a:rPr lang="en-US" i="1">
                            <a:ln w="0"/>
                            <a:effectLst>
                              <a:outerShdw blurRad="38100" dist="19050" dir="2700000" algn="tl" rotWithShape="0">
                                <a:schemeClr val="dk1">
                                  <a:alpha val="40000"/>
                                </a:schemeClr>
                              </a:outerShdw>
                            </a:effectLst>
                            <a:latin typeface="Cambria Math" panose="02040503050406030204" pitchFamily="18" charset="0"/>
                          </a:rPr>
                        </m:ctrlPr>
                      </m:dPr>
                      <m:e>
                        <m:r>
                          <a:rPr lang="en-GB" i="1">
                            <a:ln w="0"/>
                            <a:effectLst>
                              <a:outerShdw blurRad="38100" dist="19050" dir="2700000" algn="tl" rotWithShape="0">
                                <a:schemeClr val="dk1">
                                  <a:alpha val="40000"/>
                                </a:schemeClr>
                              </a:outerShdw>
                            </a:effectLst>
                            <a:latin typeface="Cambria Math" panose="02040503050406030204" pitchFamily="18" charset="0"/>
                          </a:rPr>
                          <m:t>𝑷𝒓𝒆</m:t>
                        </m:r>
                        <m:r>
                          <a:rPr lang="en-GB" i="1">
                            <a:ln w="0"/>
                            <a:effectLst>
                              <a:outerShdw blurRad="38100" dist="19050" dir="2700000" algn="tl" rotWithShape="0">
                                <a:schemeClr val="dk1">
                                  <a:alpha val="40000"/>
                                </a:schemeClr>
                              </a:outerShdw>
                            </a:effectLst>
                            <a:latin typeface="Cambria Math" panose="02040503050406030204" pitchFamily="18" charset="0"/>
                          </a:rPr>
                          <m:t>∗</m:t>
                        </m:r>
                        <m:r>
                          <a:rPr lang="en-GB" i="1">
                            <a:ln w="0"/>
                            <a:effectLst>
                              <a:outerShdw blurRad="38100" dist="19050" dir="2700000" algn="tl" rotWithShape="0">
                                <a:schemeClr val="dk1">
                                  <a:alpha val="40000"/>
                                </a:schemeClr>
                              </a:outerShdw>
                            </a:effectLst>
                            <a:latin typeface="Cambria Math" panose="02040503050406030204" pitchFamily="18" charset="0"/>
                          </a:rPr>
                          <m:t>𝑬𝒙𝒑𝒐𝒔𝒆𝒅</m:t>
                        </m:r>
                      </m:e>
                    </m:d>
                    <m:r>
                      <a:rPr lang="en-GB" i="1">
                        <a:ln w="0"/>
                        <a:effectLst>
                          <a:outerShdw blurRad="38100" dist="19050" dir="2700000" algn="tl" rotWithShape="0">
                            <a:schemeClr val="dk1">
                              <a:alpha val="40000"/>
                            </a:schemeClr>
                          </a:outerShdw>
                        </a:effectLst>
                        <a:latin typeface="Cambria Math" panose="02040503050406030204" pitchFamily="18" charset="0"/>
                      </a:rPr>
                      <m:t>+ </m:t>
                    </m:r>
                    <m:sSub>
                      <m:sSubPr>
                        <m:ctrlPr>
                          <a:rPr lang="en-US" i="1">
                            <a:ln w="0"/>
                            <a:effectLst>
                              <a:outerShdw blurRad="38100" dist="19050" dir="2700000" algn="tl" rotWithShape="0">
                                <a:schemeClr val="dk1">
                                  <a:alpha val="40000"/>
                                </a:schemeClr>
                              </a:outerShdw>
                            </a:effectLst>
                            <a:latin typeface="Cambria Math" panose="02040503050406030204" pitchFamily="18" charset="0"/>
                          </a:rPr>
                        </m:ctrlPr>
                      </m:sSubPr>
                      <m:e>
                        <m:r>
                          <a:rPr lang="en-GB" i="1">
                            <a:ln w="0"/>
                            <a:effectLst>
                              <a:outerShdw blurRad="38100" dist="19050" dir="2700000" algn="tl" rotWithShape="0">
                                <a:schemeClr val="dk1">
                                  <a:alpha val="40000"/>
                                </a:schemeClr>
                              </a:outerShdw>
                            </a:effectLst>
                            <a:latin typeface="Cambria Math" panose="02040503050406030204" pitchFamily="18" charset="0"/>
                          </a:rPr>
                          <m:t>𝜹</m:t>
                        </m:r>
                      </m:e>
                      <m:sub>
                        <m:r>
                          <a:rPr lang="en-GB" i="1">
                            <a:ln w="0"/>
                            <a:effectLst>
                              <a:outerShdw blurRad="38100" dist="19050" dir="2700000" algn="tl" rotWithShape="0">
                                <a:schemeClr val="dk1">
                                  <a:alpha val="40000"/>
                                </a:schemeClr>
                              </a:outerShdw>
                            </a:effectLst>
                            <a:latin typeface="Cambria Math" panose="02040503050406030204" pitchFamily="18" charset="0"/>
                          </a:rPr>
                          <m:t>𝟏</m:t>
                        </m:r>
                      </m:sub>
                    </m:sSub>
                    <m:d>
                      <m:dPr>
                        <m:ctrlPr>
                          <a:rPr lang="en-US" i="1">
                            <a:ln w="0"/>
                            <a:effectLst>
                              <a:outerShdw blurRad="38100" dist="19050" dir="2700000" algn="tl" rotWithShape="0">
                                <a:schemeClr val="dk1">
                                  <a:alpha val="40000"/>
                                </a:schemeClr>
                              </a:outerShdw>
                            </a:effectLst>
                            <a:latin typeface="Cambria Math" panose="02040503050406030204" pitchFamily="18" charset="0"/>
                          </a:rPr>
                        </m:ctrlPr>
                      </m:dPr>
                      <m:e>
                        <m:r>
                          <a:rPr lang="en-GB" i="1">
                            <a:ln w="0"/>
                            <a:effectLst>
                              <a:outerShdw blurRad="38100" dist="19050" dir="2700000" algn="tl" rotWithShape="0">
                                <a:schemeClr val="dk1">
                                  <a:alpha val="40000"/>
                                </a:schemeClr>
                              </a:outerShdw>
                            </a:effectLst>
                            <a:latin typeface="Cambria Math" panose="02040503050406030204" pitchFamily="18" charset="0"/>
                          </a:rPr>
                          <m:t>𝑽𝑳</m:t>
                        </m:r>
                        <m:r>
                          <a:rPr lang="en-GB" i="1">
                            <a:ln w="0"/>
                            <a:effectLst>
                              <a:outerShdw blurRad="38100" dist="19050" dir="2700000" algn="tl" rotWithShape="0">
                                <a:schemeClr val="dk1">
                                  <a:alpha val="40000"/>
                                </a:schemeClr>
                              </a:outerShdw>
                            </a:effectLst>
                            <a:latin typeface="Cambria Math" panose="02040503050406030204" pitchFamily="18" charset="0"/>
                          </a:rPr>
                          <m:t>∗</m:t>
                        </m:r>
                        <m:r>
                          <a:rPr lang="en-GB" i="1">
                            <a:ln w="0"/>
                            <a:effectLst>
                              <a:outerShdw blurRad="38100" dist="19050" dir="2700000" algn="tl" rotWithShape="0">
                                <a:schemeClr val="dk1">
                                  <a:alpha val="40000"/>
                                </a:schemeClr>
                              </a:outerShdw>
                            </a:effectLst>
                            <a:latin typeface="Cambria Math" panose="02040503050406030204" pitchFamily="18" charset="0"/>
                          </a:rPr>
                          <m:t>𝑬𝒙𝒑𝒐𝒔𝒆𝒅</m:t>
                        </m:r>
                      </m:e>
                    </m:d>
                    <m:r>
                      <a:rPr lang="en-GB" i="1">
                        <a:ln w="0"/>
                        <a:effectLst>
                          <a:outerShdw blurRad="38100" dist="19050" dir="2700000" algn="tl" rotWithShape="0">
                            <a:schemeClr val="dk1">
                              <a:alpha val="40000"/>
                            </a:schemeClr>
                          </a:outerShdw>
                        </a:effectLst>
                        <a:latin typeface="Cambria Math" panose="02040503050406030204" pitchFamily="18" charset="0"/>
                      </a:rPr>
                      <m:t>+   </m:t>
                    </m:r>
                    <m:sSub>
                      <m:sSubPr>
                        <m:ctrlPr>
                          <a:rPr lang="en-US" i="1">
                            <a:ln w="0"/>
                            <a:effectLst>
                              <a:outerShdw blurRad="38100" dist="19050" dir="2700000" algn="tl" rotWithShape="0">
                                <a:schemeClr val="dk1">
                                  <a:alpha val="40000"/>
                                </a:schemeClr>
                              </a:outerShdw>
                            </a:effectLst>
                            <a:latin typeface="Cambria Math" panose="02040503050406030204" pitchFamily="18" charset="0"/>
                          </a:rPr>
                        </m:ctrlPr>
                      </m:sSubPr>
                      <m:e>
                        <m:r>
                          <a:rPr lang="en-GB" i="1">
                            <a:ln w="0"/>
                            <a:effectLst>
                              <a:outerShdw blurRad="38100" dist="19050" dir="2700000" algn="tl" rotWithShape="0">
                                <a:schemeClr val="dk1">
                                  <a:alpha val="40000"/>
                                </a:schemeClr>
                              </a:outerShdw>
                            </a:effectLst>
                            <a:latin typeface="Cambria Math" panose="02040503050406030204" pitchFamily="18" charset="0"/>
                          </a:rPr>
                          <m:t>𝜹</m:t>
                        </m:r>
                      </m:e>
                      <m:sub>
                        <m:r>
                          <a:rPr lang="en-GB" i="1">
                            <a:ln w="0"/>
                            <a:effectLst>
                              <a:outerShdw blurRad="38100" dist="19050" dir="2700000" algn="tl" rotWithShape="0">
                                <a:schemeClr val="dk1">
                                  <a:alpha val="40000"/>
                                </a:schemeClr>
                              </a:outerShdw>
                            </a:effectLst>
                            <a:latin typeface="Cambria Math" panose="02040503050406030204" pitchFamily="18" charset="0"/>
                          </a:rPr>
                          <m:t>𝟐</m:t>
                        </m:r>
                        <m:r>
                          <a:rPr lang="en-GB" i="1">
                            <a:ln w="0"/>
                            <a:effectLst>
                              <a:outerShdw blurRad="38100" dist="19050" dir="2700000" algn="tl" rotWithShape="0">
                                <a:schemeClr val="dk1">
                                  <a:alpha val="40000"/>
                                </a:schemeClr>
                              </a:outerShdw>
                            </a:effectLst>
                            <a:latin typeface="Cambria Math" panose="02040503050406030204" pitchFamily="18" charset="0"/>
                          </a:rPr>
                          <m:t> </m:t>
                        </m:r>
                      </m:sub>
                    </m:sSub>
                    <m:d>
                      <m:dPr>
                        <m:ctrlPr>
                          <a:rPr lang="en-US" i="1">
                            <a:ln w="0"/>
                            <a:effectLst>
                              <a:outerShdw blurRad="38100" dist="19050" dir="2700000" algn="tl" rotWithShape="0">
                                <a:schemeClr val="dk1">
                                  <a:alpha val="40000"/>
                                </a:schemeClr>
                              </a:outerShdw>
                            </a:effectLst>
                            <a:latin typeface="Cambria Math" panose="02040503050406030204" pitchFamily="18" charset="0"/>
                          </a:rPr>
                        </m:ctrlPr>
                      </m:dPr>
                      <m:e>
                        <m:r>
                          <a:rPr lang="en-GB" i="1">
                            <a:ln w="0"/>
                            <a:effectLst>
                              <a:outerShdw blurRad="38100" dist="19050" dir="2700000" algn="tl" rotWithShape="0">
                                <a:schemeClr val="dk1">
                                  <a:alpha val="40000"/>
                                </a:schemeClr>
                              </a:outerShdw>
                            </a:effectLst>
                            <a:latin typeface="Cambria Math" panose="02040503050406030204" pitchFamily="18" charset="0"/>
                          </a:rPr>
                          <m:t>𝑷𝑹</m:t>
                        </m:r>
                        <m:r>
                          <a:rPr lang="en-GB" i="1">
                            <a:ln w="0"/>
                            <a:effectLst>
                              <a:outerShdw blurRad="38100" dist="19050" dir="2700000" algn="tl" rotWithShape="0">
                                <a:schemeClr val="dk1">
                                  <a:alpha val="40000"/>
                                </a:schemeClr>
                              </a:outerShdw>
                            </a:effectLst>
                            <a:latin typeface="Cambria Math" panose="02040503050406030204" pitchFamily="18" charset="0"/>
                          </a:rPr>
                          <m:t>∗</m:t>
                        </m:r>
                        <m:r>
                          <a:rPr lang="en-GB" i="1">
                            <a:ln w="0"/>
                            <a:effectLst>
                              <a:outerShdw blurRad="38100" dist="19050" dir="2700000" algn="tl" rotWithShape="0">
                                <a:schemeClr val="dk1">
                                  <a:alpha val="40000"/>
                                </a:schemeClr>
                              </a:outerShdw>
                            </a:effectLst>
                            <a:latin typeface="Cambria Math" panose="02040503050406030204" pitchFamily="18" charset="0"/>
                          </a:rPr>
                          <m:t>𝑬𝒙𝒑𝒐𝒔𝒆𝒅</m:t>
                        </m:r>
                      </m:e>
                    </m:d>
                    <m:r>
                      <a:rPr lang="en-GB" i="1">
                        <a:ln w="0"/>
                        <a:effectLst>
                          <a:outerShdw blurRad="38100" dist="19050" dir="2700000" algn="tl" rotWithShape="0">
                            <a:schemeClr val="dk1">
                              <a:alpha val="40000"/>
                            </a:schemeClr>
                          </a:outerShdw>
                        </a:effectLst>
                        <a:latin typeface="Cambria Math" panose="02040503050406030204" pitchFamily="18" charset="0"/>
                      </a:rPr>
                      <m:t>+ </m:t>
                    </m:r>
                    <m:sSub>
                      <m:sSubPr>
                        <m:ctrlPr>
                          <a:rPr lang="en-US" i="1">
                            <a:ln w="0"/>
                            <a:effectLst>
                              <a:outerShdw blurRad="38100" dist="19050" dir="2700000" algn="tl" rotWithShape="0">
                                <a:schemeClr val="dk1">
                                  <a:alpha val="40000"/>
                                </a:schemeClr>
                              </a:outerShdw>
                            </a:effectLst>
                            <a:latin typeface="Cambria Math" panose="02040503050406030204" pitchFamily="18" charset="0"/>
                          </a:rPr>
                        </m:ctrlPr>
                      </m:sSubPr>
                      <m:e>
                        <m:r>
                          <a:rPr lang="en-GB" i="1">
                            <a:ln w="0"/>
                            <a:effectLst>
                              <a:outerShdw blurRad="38100" dist="19050" dir="2700000" algn="tl" rotWithShape="0">
                                <a:schemeClr val="dk1">
                                  <a:alpha val="40000"/>
                                </a:schemeClr>
                              </a:outerShdw>
                            </a:effectLst>
                            <a:latin typeface="Cambria Math" panose="02040503050406030204" pitchFamily="18" charset="0"/>
                          </a:rPr>
                          <m:t>𝜸</m:t>
                        </m:r>
                      </m:e>
                      <m:sub>
                        <m:r>
                          <a:rPr lang="en-GB" i="1">
                            <a:ln w="0"/>
                            <a:effectLst>
                              <a:outerShdw blurRad="38100" dist="19050" dir="2700000" algn="tl" rotWithShape="0">
                                <a:schemeClr val="dk1">
                                  <a:alpha val="40000"/>
                                </a:schemeClr>
                              </a:outerShdw>
                            </a:effectLst>
                            <a:latin typeface="Cambria Math" panose="02040503050406030204" pitchFamily="18" charset="0"/>
                          </a:rPr>
                          <m:t>𝟏</m:t>
                        </m:r>
                        <m:r>
                          <a:rPr lang="en-GB" i="1">
                            <a:ln w="0"/>
                            <a:effectLst>
                              <a:outerShdw blurRad="38100" dist="19050" dir="2700000" algn="tl" rotWithShape="0">
                                <a:schemeClr val="dk1">
                                  <a:alpha val="40000"/>
                                </a:schemeClr>
                              </a:outerShdw>
                            </a:effectLst>
                            <a:latin typeface="Cambria Math" panose="02040503050406030204" pitchFamily="18" charset="0"/>
                          </a:rPr>
                          <m:t> </m:t>
                        </m:r>
                      </m:sub>
                    </m:sSub>
                    <m:d>
                      <m:dPr>
                        <m:ctrlPr>
                          <a:rPr lang="en-US" i="1">
                            <a:ln w="0"/>
                            <a:effectLst>
                              <a:outerShdw blurRad="38100" dist="19050" dir="2700000" algn="tl" rotWithShape="0">
                                <a:schemeClr val="dk1">
                                  <a:alpha val="40000"/>
                                </a:schemeClr>
                              </a:outerShdw>
                            </a:effectLst>
                            <a:latin typeface="Cambria Math" panose="02040503050406030204" pitchFamily="18" charset="0"/>
                          </a:rPr>
                        </m:ctrlPr>
                      </m:dPr>
                      <m:e>
                        <m:r>
                          <a:rPr lang="en-GB" i="1">
                            <a:ln w="0"/>
                            <a:effectLst>
                              <a:outerShdw blurRad="38100" dist="19050" dir="2700000" algn="tl" rotWithShape="0">
                                <a:schemeClr val="dk1">
                                  <a:alpha val="40000"/>
                                </a:schemeClr>
                              </a:outerShdw>
                            </a:effectLst>
                            <a:latin typeface="Cambria Math" panose="02040503050406030204" pitchFamily="18" charset="0"/>
                          </a:rPr>
                          <m:t>𝑷𝑹</m:t>
                        </m:r>
                      </m:e>
                    </m:d>
                    <m:r>
                      <a:rPr lang="en-GB" i="1">
                        <a:ln w="0"/>
                        <a:effectLst>
                          <a:outerShdw blurRad="38100" dist="19050" dir="2700000" algn="tl" rotWithShape="0">
                            <a:schemeClr val="dk1">
                              <a:alpha val="40000"/>
                            </a:schemeClr>
                          </a:outerShdw>
                        </a:effectLst>
                        <a:latin typeface="Cambria Math" panose="02040503050406030204" pitchFamily="18" charset="0"/>
                      </a:rPr>
                      <m:t>+…</m:t>
                    </m:r>
                  </m:oMath>
                </a14:m>
                <a:endParaRPr lang="en-US" i="1" dirty="0">
                  <a:ln w="0"/>
                  <a:effectLst>
                    <a:outerShdw blurRad="38100" dist="19050" dir="2700000" algn="tl" rotWithShape="0">
                      <a:schemeClr val="dk1">
                        <a:alpha val="40000"/>
                      </a:schemeClr>
                    </a:outerShdw>
                  </a:effectLst>
                </a:endParaRPr>
              </a:p>
              <a:p>
                <a:pPr marL="457200" lvl="1" indent="0">
                  <a:buNone/>
                </a:pPr>
                <a:r>
                  <a:rPr lang="en-US" i="1" dirty="0">
                    <a:ln w="0"/>
                    <a:effectLst>
                      <a:outerShdw blurRad="38100" dist="19050" dir="2700000" algn="tl" rotWithShape="0">
                        <a:schemeClr val="dk1">
                          <a:alpha val="40000"/>
                        </a:schemeClr>
                      </a:outerShdw>
                    </a:effectLst>
                  </a:rPr>
                  <a:t>	</a:t>
                </a:r>
                <a:r>
                  <a:rPr lang="en-US" sz="2000" i="1" dirty="0">
                    <a:ln w="0"/>
                  </a:rPr>
                  <a:t>where, Exposed = 1, for mailed and 0 for control customers</a:t>
                </a:r>
              </a:p>
              <a:p>
                <a:pPr marL="457200" lvl="1" indent="0">
                  <a:buNone/>
                </a:pPr>
                <a:r>
                  <a:rPr lang="en-US" sz="2000" i="1" dirty="0">
                    <a:ln w="0"/>
                  </a:rPr>
                  <a:t>	Pre: pre period value</a:t>
                </a:r>
              </a:p>
              <a:p>
                <a:pPr marL="457200" lvl="1" indent="0">
                  <a:buNone/>
                </a:pPr>
                <a:r>
                  <a:rPr lang="en-US" sz="2000" i="1" dirty="0">
                    <a:ln w="0"/>
                  </a:rPr>
                  <a:t>	PR (</a:t>
                </a:r>
                <a:r>
                  <a:rPr lang="en-US" sz="2000" i="1" dirty="0" err="1">
                    <a:ln w="0"/>
                  </a:rPr>
                  <a:t>Premiuim</a:t>
                </a:r>
                <a:r>
                  <a:rPr lang="en-US" sz="2000" i="1" dirty="0">
                    <a:ln w="0"/>
                  </a:rPr>
                  <a:t>):  PR =1 when the loyalty segment of customer is PR, else =0</a:t>
                </a:r>
                <a:br>
                  <a:rPr lang="en-US" sz="2000" i="1" dirty="0">
                    <a:ln w="0"/>
                  </a:rPr>
                </a:br>
                <a:r>
                  <a:rPr lang="en-US" sz="2000" i="1" dirty="0">
                    <a:ln w="0"/>
                  </a:rPr>
                  <a:t>	VL (Valuable) :  VL =1 when the loyalty segment of customer is VL, else =0</a:t>
                </a:r>
                <a:br>
                  <a:rPr lang="en-US" sz="2000" i="1" dirty="0">
                    <a:ln w="0"/>
                  </a:rPr>
                </a:br>
                <a:endParaRPr lang="en-US" sz="2000" i="1" dirty="0">
                  <a:ln w="0"/>
                </a:endParaRPr>
              </a:p>
            </p:txBody>
          </p:sp>
        </mc:Choice>
        <mc:Fallback xmlns="">
          <p:sp>
            <p:nvSpPr>
              <p:cNvPr id="67" name="Content Placeholder 66">
                <a:extLst>
                  <a:ext uri="{FF2B5EF4-FFF2-40B4-BE49-F238E27FC236}">
                    <a16:creationId xmlns:a16="http://schemas.microsoft.com/office/drawing/2014/main" id="{A04C9E5E-C58F-45FB-A0AA-B7B9E2B2F6C9}"/>
                  </a:ext>
                </a:extLst>
              </p:cNvPr>
              <p:cNvSpPr>
                <a:spLocks noGrp="1" noRot="1" noChangeAspect="1" noMove="1" noResize="1" noEditPoints="1" noAdjustHandles="1" noChangeArrowheads="1" noChangeShapeType="1" noTextEdit="1"/>
              </p:cNvSpPr>
              <p:nvPr>
                <p:ph idx="1"/>
              </p:nvPr>
            </p:nvSpPr>
            <p:spPr>
              <a:xfrm>
                <a:off x="1028700" y="1470207"/>
                <a:ext cx="10829925" cy="4795838"/>
              </a:xfrm>
              <a:blipFill>
                <a:blip r:embed="rId4"/>
                <a:stretch>
                  <a:fillRect l="-507" t="-1271" r="-1351"/>
                </a:stretch>
              </a:blipFill>
            </p:spPr>
            <p:txBody>
              <a:bodyPr/>
              <a:lstStyle/>
              <a:p>
                <a:r>
                  <a:rPr lang="en-US">
                    <a:noFill/>
                  </a:rPr>
                  <a:t> </a:t>
                </a:r>
              </a:p>
            </p:txBody>
          </p:sp>
        </mc:Fallback>
      </mc:AlternateContent>
      <p:sp>
        <p:nvSpPr>
          <p:cNvPr id="86" name="Text Placeholder 2">
            <a:extLst>
              <a:ext uri="{FF2B5EF4-FFF2-40B4-BE49-F238E27FC236}">
                <a16:creationId xmlns:a16="http://schemas.microsoft.com/office/drawing/2014/main" id="{0D902474-29B6-48F2-8A90-B84793956D90}"/>
              </a:ext>
            </a:extLst>
          </p:cNvPr>
          <p:cNvSpPr txBox="1">
            <a:spLocks noGrp="1"/>
          </p:cNvSpPr>
          <p:nvPr>
            <p:ph type="title"/>
          </p:nvPr>
        </p:nvSpPr>
        <p:spPr bwMode="auto">
          <a:xfrm>
            <a:off x="1028700" y="282574"/>
            <a:ext cx="10134600" cy="796925"/>
          </a:xfrm>
          <a:prstGeom prst="rect">
            <a:avLst/>
          </a:prstGeom>
          <a:solidFill>
            <a:srgbClr val="0070C0"/>
          </a:solidFill>
          <a:ln w="9525">
            <a:solidFill>
              <a:schemeClr val="tx1"/>
            </a:solidFill>
            <a:miter lim="800000"/>
            <a:headEnd/>
            <a:tailEnd/>
          </a:ln>
          <a:effectLst/>
        </p:spPr>
        <p:txBody>
          <a:bodyPr>
            <a:normAutofit/>
          </a:bodyPr>
          <a:lstStyle>
            <a:lvl1pPr marL="269875" indent="-269875" algn="l" rtl="0" eaLnBrk="1" fontAlgn="base" hangingPunct="1">
              <a:spcBef>
                <a:spcPts val="480"/>
              </a:spcBef>
              <a:spcAft>
                <a:spcPts val="480"/>
              </a:spcAft>
              <a:buFont typeface="Arial" charset="0"/>
              <a:buChar char="●"/>
              <a:defRPr sz="2000">
                <a:solidFill>
                  <a:schemeClr val="tx1"/>
                </a:solidFill>
                <a:latin typeface="+mn-lt"/>
                <a:ea typeface="+mn-ea"/>
                <a:cs typeface="+mn-cs"/>
              </a:defRPr>
            </a:lvl1pPr>
            <a:lvl2pPr marL="712788" indent="-263525" algn="l" rtl="0" eaLnBrk="1" fontAlgn="base" hangingPunct="1">
              <a:spcBef>
                <a:spcPct val="20000"/>
              </a:spcBef>
              <a:spcAft>
                <a:spcPct val="20000"/>
              </a:spcAft>
              <a:buFont typeface="Arial" charset="0"/>
              <a:buChar char="–"/>
              <a:defRPr sz="1800">
                <a:solidFill>
                  <a:schemeClr val="tx1"/>
                </a:solidFill>
                <a:latin typeface="+mn-lt"/>
              </a:defRPr>
            </a:lvl2pPr>
            <a:lvl3pPr marL="1155700" indent="-263525" algn="l" rtl="0" eaLnBrk="1" fontAlgn="base" hangingPunct="1">
              <a:spcBef>
                <a:spcPct val="20000"/>
              </a:spcBef>
              <a:spcAft>
                <a:spcPct val="20000"/>
              </a:spcAft>
              <a:buFont typeface="Arial" charset="0"/>
              <a:buChar char="–"/>
              <a:defRPr sz="1800">
                <a:solidFill>
                  <a:schemeClr val="tx1"/>
                </a:solidFill>
                <a:latin typeface="+mn-lt"/>
              </a:defRPr>
            </a:lvl3pPr>
            <a:lvl4pPr marL="1598613" indent="-263525" algn="l" rtl="0" eaLnBrk="1" fontAlgn="base" hangingPunct="1">
              <a:spcBef>
                <a:spcPct val="20000"/>
              </a:spcBef>
              <a:spcAft>
                <a:spcPct val="20000"/>
              </a:spcAft>
              <a:buChar char="–"/>
              <a:defRPr sz="1600">
                <a:solidFill>
                  <a:schemeClr val="tx1"/>
                </a:solidFill>
                <a:latin typeface="+mn-lt"/>
              </a:defRPr>
            </a:lvl4pPr>
            <a:lvl5pPr marL="2063750" indent="-276225" algn="l" rtl="0" eaLnBrk="1" fontAlgn="base" hangingPunct="1">
              <a:spcBef>
                <a:spcPct val="20000"/>
              </a:spcBef>
              <a:spcAft>
                <a:spcPct val="20000"/>
              </a:spcAft>
              <a:buChar char="»"/>
              <a:defRPr sz="1600">
                <a:solidFill>
                  <a:schemeClr val="tx1"/>
                </a:solidFill>
                <a:latin typeface="+mn-lt"/>
              </a:defRPr>
            </a:lvl5pPr>
            <a:lvl6pPr marL="2520950" indent="-276225" algn="l" rtl="0" eaLnBrk="1" fontAlgn="base" hangingPunct="1">
              <a:spcBef>
                <a:spcPct val="20000"/>
              </a:spcBef>
              <a:spcAft>
                <a:spcPct val="20000"/>
              </a:spcAft>
              <a:buChar char="»"/>
              <a:defRPr sz="1600">
                <a:solidFill>
                  <a:schemeClr val="tx1"/>
                </a:solidFill>
                <a:latin typeface="+mn-lt"/>
              </a:defRPr>
            </a:lvl6pPr>
            <a:lvl7pPr marL="2978150" indent="-276225" algn="l" rtl="0" eaLnBrk="1" fontAlgn="base" hangingPunct="1">
              <a:spcBef>
                <a:spcPct val="20000"/>
              </a:spcBef>
              <a:spcAft>
                <a:spcPct val="20000"/>
              </a:spcAft>
              <a:buChar char="»"/>
              <a:defRPr sz="1600">
                <a:solidFill>
                  <a:schemeClr val="tx1"/>
                </a:solidFill>
                <a:latin typeface="+mn-lt"/>
              </a:defRPr>
            </a:lvl7pPr>
            <a:lvl8pPr marL="3435350" indent="-276225" algn="l" rtl="0" eaLnBrk="1" fontAlgn="base" hangingPunct="1">
              <a:spcBef>
                <a:spcPct val="20000"/>
              </a:spcBef>
              <a:spcAft>
                <a:spcPct val="20000"/>
              </a:spcAft>
              <a:buChar char="»"/>
              <a:defRPr sz="1600">
                <a:solidFill>
                  <a:schemeClr val="tx1"/>
                </a:solidFill>
                <a:latin typeface="+mn-lt"/>
              </a:defRPr>
            </a:lvl8pPr>
            <a:lvl9pPr marL="3892550" indent="-276225" algn="l" rtl="0" eaLnBrk="1" fontAlgn="base" hangingPunct="1">
              <a:spcBef>
                <a:spcPct val="20000"/>
              </a:spcBef>
              <a:spcAft>
                <a:spcPct val="20000"/>
              </a:spcAft>
              <a:buChar char="»"/>
              <a:defRPr sz="1600">
                <a:solidFill>
                  <a:schemeClr val="tx1"/>
                </a:solidFill>
                <a:latin typeface="+mn-lt"/>
              </a:defRPr>
            </a:lvl9pPr>
          </a:lstStyle>
          <a:p>
            <a:pPr marL="0" indent="0" algn="ctr">
              <a:buNone/>
              <a:defRPr/>
            </a:pPr>
            <a:r>
              <a:rPr lang="en-IN" sz="3200" kern="0">
                <a:solidFill>
                  <a:srgbClr val="FFFFFF"/>
                </a:solidFill>
              </a:rPr>
              <a:t>ANCOVA Model with Extra-covariates</a:t>
            </a:r>
            <a:endParaRPr lang="en-IN" sz="3200" kern="0" dirty="0">
              <a:solidFill>
                <a:srgbClr val="FFFFFF"/>
              </a:solidFill>
            </a:endParaRPr>
          </a:p>
        </p:txBody>
      </p:sp>
      <p:sp>
        <p:nvSpPr>
          <p:cNvPr id="89" name="Footer Placeholder 88">
            <a:extLst>
              <a:ext uri="{FF2B5EF4-FFF2-40B4-BE49-F238E27FC236}">
                <a16:creationId xmlns:a16="http://schemas.microsoft.com/office/drawing/2014/main" id="{38B77A0E-97F3-4DA3-9937-BD30D56B70C1}"/>
              </a:ext>
            </a:extLst>
          </p:cNvPr>
          <p:cNvSpPr>
            <a:spLocks noGrp="1"/>
          </p:cNvSpPr>
          <p:nvPr>
            <p:ph type="ftr" sz="quarter" idx="11"/>
          </p:nvPr>
        </p:nvSpPr>
        <p:spPr/>
        <p:txBody>
          <a:bodyPr/>
          <a:lstStyle/>
          <a:p>
            <a:r>
              <a:rPr lang="en-US"/>
              <a:t>© 2021 Copyright dunnhumby / All rights reserved </a:t>
            </a:r>
            <a:endParaRPr lang="en-US" dirty="0"/>
          </a:p>
        </p:txBody>
      </p:sp>
      <p:sp>
        <p:nvSpPr>
          <p:cNvPr id="90" name="Slide Number Placeholder 89">
            <a:extLst>
              <a:ext uri="{FF2B5EF4-FFF2-40B4-BE49-F238E27FC236}">
                <a16:creationId xmlns:a16="http://schemas.microsoft.com/office/drawing/2014/main" id="{4C49E4E8-F971-495E-B8AB-44ED8237119C}"/>
              </a:ext>
            </a:extLst>
          </p:cNvPr>
          <p:cNvSpPr>
            <a:spLocks noGrp="1"/>
          </p:cNvSpPr>
          <p:nvPr>
            <p:ph type="sldNum" sz="quarter" idx="12"/>
          </p:nvPr>
        </p:nvSpPr>
        <p:spPr/>
        <p:txBody>
          <a:bodyPr/>
          <a:lstStyle/>
          <a:p>
            <a:fld id="{D60DFF3B-7C2D-4FAA-AA61-E65C31541D4C}" type="slidenum">
              <a:rPr lang="en-US" smtClean="0"/>
              <a:t>17</a:t>
            </a:fld>
            <a:endParaRPr lang="en-US"/>
          </a:p>
        </p:txBody>
      </p:sp>
    </p:spTree>
    <p:extLst>
      <p:ext uri="{BB962C8B-B14F-4D97-AF65-F5344CB8AC3E}">
        <p14:creationId xmlns:p14="http://schemas.microsoft.com/office/powerpoint/2010/main" val="1725545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7316481C-0A49-4796-812B-0D64F063B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00E149-DF12-4616-8CE2-B03E56F26F26}"/>
              </a:ext>
            </a:extLst>
          </p:cNvPr>
          <p:cNvSpPr>
            <a:spLocks noGrp="1"/>
          </p:cNvSpPr>
          <p:nvPr>
            <p:ph type="title"/>
          </p:nvPr>
        </p:nvSpPr>
        <p:spPr>
          <a:xfrm>
            <a:off x="1036684" y="523377"/>
            <a:ext cx="4665473" cy="2187231"/>
          </a:xfrm>
        </p:spPr>
        <p:txBody>
          <a:bodyPr vert="horz" lIns="91440" tIns="45720" rIns="91440" bIns="45720" rtlCol="0" anchor="b">
            <a:normAutofit fontScale="90000"/>
          </a:bodyPr>
          <a:lstStyle/>
          <a:p>
            <a:r>
              <a:rPr lang="en-US" sz="5200" dirty="0"/>
              <a:t>Effect of too many new-buyers on ANCOVA</a:t>
            </a:r>
          </a:p>
        </p:txBody>
      </p:sp>
      <p:sp>
        <p:nvSpPr>
          <p:cNvPr id="31" name="Content Placeholder 9">
            <a:extLst>
              <a:ext uri="{FF2B5EF4-FFF2-40B4-BE49-F238E27FC236}">
                <a16:creationId xmlns:a16="http://schemas.microsoft.com/office/drawing/2014/main" id="{E431DAF8-1233-4CCF-BB9F-DD549B9BB122}"/>
              </a:ext>
            </a:extLst>
          </p:cNvPr>
          <p:cNvSpPr>
            <a:spLocks noGrp="1"/>
          </p:cNvSpPr>
          <p:nvPr>
            <p:ph type="body" idx="1"/>
          </p:nvPr>
        </p:nvSpPr>
        <p:spPr>
          <a:xfrm>
            <a:off x="1022284" y="3160498"/>
            <a:ext cx="4709905" cy="3624350"/>
          </a:xfrm>
        </p:spPr>
        <p:txBody>
          <a:bodyPr vert="horz" lIns="91440" tIns="45720" rIns="91440" bIns="45720" rtlCol="0" anchor="t">
            <a:normAutofit/>
          </a:bodyPr>
          <a:lstStyle/>
          <a:p>
            <a:pPr marL="285750" indent="-285750">
              <a:buFont typeface="Arial" panose="020B0604020202020204" pitchFamily="34" charset="0"/>
              <a:buChar char="•"/>
            </a:pPr>
            <a:r>
              <a:rPr lang="en-US" sz="1800" dirty="0">
                <a:solidFill>
                  <a:schemeClr val="tx1"/>
                </a:solidFill>
              </a:rPr>
              <a:t>Presence of too many non-buyers impact the model parameters</a:t>
            </a:r>
          </a:p>
          <a:p>
            <a:pPr marL="285750" indent="-285750">
              <a:buFont typeface="Arial" panose="020B0604020202020204" pitchFamily="34" charset="0"/>
              <a:buChar char="•"/>
            </a:pPr>
            <a:r>
              <a:rPr lang="en-US" sz="1800" dirty="0">
                <a:solidFill>
                  <a:schemeClr val="tx1"/>
                </a:solidFill>
              </a:rPr>
              <a:t>Measuring new buyers through ANCOVA is not a good idea</a:t>
            </a:r>
          </a:p>
          <a:p>
            <a:pPr marL="285750" indent="-285750">
              <a:buFont typeface="Arial" panose="020B0604020202020204" pitchFamily="34" charset="0"/>
              <a:buChar char="•"/>
            </a:pPr>
            <a:r>
              <a:rPr lang="en-US" sz="1800" b="1" dirty="0">
                <a:solidFill>
                  <a:schemeClr val="tx1"/>
                </a:solidFill>
              </a:rPr>
              <a:t>ANCOVA</a:t>
            </a:r>
            <a:r>
              <a:rPr lang="en-US" sz="1800" dirty="0">
                <a:solidFill>
                  <a:schemeClr val="tx1"/>
                </a:solidFill>
              </a:rPr>
              <a:t> model is used for scoring existing buyers </a:t>
            </a:r>
          </a:p>
          <a:p>
            <a:pPr marL="285750" indent="-285750">
              <a:buFont typeface="Arial" panose="020B0604020202020204" pitchFamily="34" charset="0"/>
              <a:buChar char="•"/>
            </a:pPr>
            <a:r>
              <a:rPr lang="en-US" sz="1800" b="1" dirty="0">
                <a:solidFill>
                  <a:schemeClr val="tx1"/>
                </a:solidFill>
              </a:rPr>
              <a:t>ANOVA</a:t>
            </a:r>
            <a:r>
              <a:rPr lang="en-US" sz="1800" dirty="0">
                <a:solidFill>
                  <a:schemeClr val="tx1"/>
                </a:solidFill>
              </a:rPr>
              <a:t> model is used for scoring new buyers</a:t>
            </a:r>
          </a:p>
          <a:p>
            <a:pPr marL="285750" indent="-285750">
              <a:buFont typeface="Arial" panose="020B0604020202020204" pitchFamily="34" charset="0"/>
              <a:buChar char="•"/>
            </a:pPr>
            <a:r>
              <a:rPr lang="en-US" sz="1800" dirty="0">
                <a:solidFill>
                  <a:schemeClr val="tx1"/>
                </a:solidFill>
              </a:rPr>
              <a:t>The number of customers with negative uplift has reduced significantly!</a:t>
            </a:r>
          </a:p>
        </p:txBody>
      </p:sp>
      <p:sp>
        <p:nvSpPr>
          <p:cNvPr id="54" name="Rectangle 53">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0924561D-756D-410B-973A-E68C2552C2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7763256" y="73152"/>
            <a:chExt cx="1178966" cy="232963"/>
          </a:xfrm>
        </p:grpSpPr>
        <p:sp>
          <p:nvSpPr>
            <p:cNvPr id="57" name="Rectangle 64">
              <a:extLst>
                <a:ext uri="{FF2B5EF4-FFF2-40B4-BE49-F238E27FC236}">
                  <a16:creationId xmlns:a16="http://schemas.microsoft.com/office/drawing/2014/main" id="{77AF0971-0074-4E4E-9318-C1990C6FF2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66">
              <a:extLst>
                <a:ext uri="{FF2B5EF4-FFF2-40B4-BE49-F238E27FC236}">
                  <a16:creationId xmlns:a16="http://schemas.microsoft.com/office/drawing/2014/main" id="{0849707A-24B1-45E4-8493-5DC15C578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64">
              <a:extLst>
                <a:ext uri="{FF2B5EF4-FFF2-40B4-BE49-F238E27FC236}">
                  <a16:creationId xmlns:a16="http://schemas.microsoft.com/office/drawing/2014/main" id="{E0FFD705-F03C-46B0-ABB9-3C24E09312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66">
              <a:extLst>
                <a:ext uri="{FF2B5EF4-FFF2-40B4-BE49-F238E27FC236}">
                  <a16:creationId xmlns:a16="http://schemas.microsoft.com/office/drawing/2014/main" id="{520B12C0-88D0-4F6F-9F29-38E4D1D610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4">
              <a:extLst>
                <a:ext uri="{FF2B5EF4-FFF2-40B4-BE49-F238E27FC236}">
                  <a16:creationId xmlns:a16="http://schemas.microsoft.com/office/drawing/2014/main" id="{DEDD5A45-3641-4FE7-8375-EECF2DC9D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6">
              <a:extLst>
                <a:ext uri="{FF2B5EF4-FFF2-40B4-BE49-F238E27FC236}">
                  <a16:creationId xmlns:a16="http://schemas.microsoft.com/office/drawing/2014/main" id="{89BF55CA-60FC-479D-A85E-48626FC13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4">
              <a:extLst>
                <a:ext uri="{FF2B5EF4-FFF2-40B4-BE49-F238E27FC236}">
                  <a16:creationId xmlns:a16="http://schemas.microsoft.com/office/drawing/2014/main" id="{5AFBE5BF-E87A-408F-BBBD-44C3D04C0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6">
              <a:extLst>
                <a:ext uri="{FF2B5EF4-FFF2-40B4-BE49-F238E27FC236}">
                  <a16:creationId xmlns:a16="http://schemas.microsoft.com/office/drawing/2014/main" id="{1C27CF92-D148-45C8-88B6-F450B63DF1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51CA2232-D147-480C-B1EE-665EE6ACC7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6">
              <a:extLst>
                <a:ext uri="{FF2B5EF4-FFF2-40B4-BE49-F238E27FC236}">
                  <a16:creationId xmlns:a16="http://schemas.microsoft.com/office/drawing/2014/main" id="{7E67D92D-1CA9-43CE-8150-DF504F2BF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4">
              <a:extLst>
                <a:ext uri="{FF2B5EF4-FFF2-40B4-BE49-F238E27FC236}">
                  <a16:creationId xmlns:a16="http://schemas.microsoft.com/office/drawing/2014/main" id="{7B273169-B674-4C50-A14D-A943B9979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6">
              <a:extLst>
                <a:ext uri="{FF2B5EF4-FFF2-40B4-BE49-F238E27FC236}">
                  <a16:creationId xmlns:a16="http://schemas.microsoft.com/office/drawing/2014/main" id="{DF6183FA-653E-4533-9A0B-D249EC0B15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4">
              <a:extLst>
                <a:ext uri="{FF2B5EF4-FFF2-40B4-BE49-F238E27FC236}">
                  <a16:creationId xmlns:a16="http://schemas.microsoft.com/office/drawing/2014/main" id="{A82EFE58-AAB0-4925-A176-6FF36BF87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6">
              <a:extLst>
                <a:ext uri="{FF2B5EF4-FFF2-40B4-BE49-F238E27FC236}">
                  <a16:creationId xmlns:a16="http://schemas.microsoft.com/office/drawing/2014/main" id="{3122AE75-4DBB-4E14-B0CA-DD1EAD89C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64">
              <a:extLst>
                <a:ext uri="{FF2B5EF4-FFF2-40B4-BE49-F238E27FC236}">
                  <a16:creationId xmlns:a16="http://schemas.microsoft.com/office/drawing/2014/main" id="{4ED7E672-90FC-4E8C-9C43-3AAE391C6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66">
              <a:extLst>
                <a:ext uri="{FF2B5EF4-FFF2-40B4-BE49-F238E27FC236}">
                  <a16:creationId xmlns:a16="http://schemas.microsoft.com/office/drawing/2014/main" id="{A5C0019E-5136-4C5E-A223-1E1717FD47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64">
              <a:extLst>
                <a:ext uri="{FF2B5EF4-FFF2-40B4-BE49-F238E27FC236}">
                  <a16:creationId xmlns:a16="http://schemas.microsoft.com/office/drawing/2014/main" id="{29705F60-CFE6-47C5-96E5-05E7731FC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66">
              <a:extLst>
                <a:ext uri="{FF2B5EF4-FFF2-40B4-BE49-F238E27FC236}">
                  <a16:creationId xmlns:a16="http://schemas.microsoft.com/office/drawing/2014/main" id="{090E047C-18BC-4180-8D10-9F18F517BA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64">
              <a:extLst>
                <a:ext uri="{FF2B5EF4-FFF2-40B4-BE49-F238E27FC236}">
                  <a16:creationId xmlns:a16="http://schemas.microsoft.com/office/drawing/2014/main" id="{A153194A-C8B1-46DB-9C6B-9847B06FA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66">
              <a:extLst>
                <a:ext uri="{FF2B5EF4-FFF2-40B4-BE49-F238E27FC236}">
                  <a16:creationId xmlns:a16="http://schemas.microsoft.com/office/drawing/2014/main" id="{5C0235EA-4E98-43EA-9AAE-2BD893DEA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Content Placeholder 4">
            <a:extLst>
              <a:ext uri="{FF2B5EF4-FFF2-40B4-BE49-F238E27FC236}">
                <a16:creationId xmlns:a16="http://schemas.microsoft.com/office/drawing/2014/main" id="{7CD05886-C16B-44FB-80BE-8A4F6845A0A2}"/>
              </a:ext>
            </a:extLst>
          </p:cNvPr>
          <p:cNvPicPr>
            <a:picLocks noChangeAspect="1"/>
          </p:cNvPicPr>
          <p:nvPr/>
        </p:nvPicPr>
        <p:blipFill rotWithShape="1">
          <a:blip r:embed="rId2"/>
          <a:srcRect r="8" b="2043"/>
          <a:stretch/>
        </p:blipFill>
        <p:spPr>
          <a:xfrm>
            <a:off x="6117470" y="248821"/>
            <a:ext cx="5211143" cy="2984829"/>
          </a:xfrm>
          <a:prstGeom prst="rect">
            <a:avLst/>
          </a:prstGeom>
        </p:spPr>
      </p:pic>
      <p:sp>
        <p:nvSpPr>
          <p:cNvPr id="78" name="Rectangle 77">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233650"/>
            <a:ext cx="606972" cy="3624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3AB7D86-A9CB-4A69-B32C-4DADCD5CEC35}"/>
              </a:ext>
            </a:extLst>
          </p:cNvPr>
          <p:cNvPicPr>
            <a:picLocks noChangeAspect="1"/>
          </p:cNvPicPr>
          <p:nvPr/>
        </p:nvPicPr>
        <p:blipFill rotWithShape="1">
          <a:blip r:embed="rId3"/>
          <a:srcRect t="4666" r="-3" b="-3"/>
          <a:stretch/>
        </p:blipFill>
        <p:spPr>
          <a:xfrm>
            <a:off x="6095999" y="3241172"/>
            <a:ext cx="5456548" cy="3126707"/>
          </a:xfrm>
          <a:prstGeom prst="rect">
            <a:avLst/>
          </a:prstGeom>
        </p:spPr>
      </p:pic>
      <p:sp>
        <p:nvSpPr>
          <p:cNvPr id="7" name="Footer Placeholder 6">
            <a:extLst>
              <a:ext uri="{FF2B5EF4-FFF2-40B4-BE49-F238E27FC236}">
                <a16:creationId xmlns:a16="http://schemas.microsoft.com/office/drawing/2014/main" id="{DB1AB126-000F-4036-B486-420C6E9DC44F}"/>
              </a:ext>
            </a:extLst>
          </p:cNvPr>
          <p:cNvSpPr>
            <a:spLocks noGrp="1"/>
          </p:cNvSpPr>
          <p:nvPr>
            <p:ph type="ftr" sz="quarter" idx="11"/>
          </p:nvPr>
        </p:nvSpPr>
        <p:spPr>
          <a:xfrm>
            <a:off x="4038600" y="6365875"/>
            <a:ext cx="4114800" cy="365125"/>
          </a:xfrm>
        </p:spPr>
        <p:txBody>
          <a:bodyPr/>
          <a:lstStyle/>
          <a:p>
            <a:r>
              <a:rPr lang="en-US" dirty="0"/>
              <a:t>© 2021 Copyright </a:t>
            </a:r>
            <a:r>
              <a:rPr lang="en-US" dirty="0" err="1"/>
              <a:t>dunnhumby</a:t>
            </a:r>
            <a:r>
              <a:rPr lang="en-US" dirty="0"/>
              <a:t> / All rights reserved </a:t>
            </a:r>
          </a:p>
        </p:txBody>
      </p:sp>
      <p:sp>
        <p:nvSpPr>
          <p:cNvPr id="8" name="Slide Number Placeholder 7">
            <a:extLst>
              <a:ext uri="{FF2B5EF4-FFF2-40B4-BE49-F238E27FC236}">
                <a16:creationId xmlns:a16="http://schemas.microsoft.com/office/drawing/2014/main" id="{991DD529-9F7C-4B91-8107-311B8C83CC48}"/>
              </a:ext>
            </a:extLst>
          </p:cNvPr>
          <p:cNvSpPr>
            <a:spLocks noGrp="1"/>
          </p:cNvSpPr>
          <p:nvPr>
            <p:ph type="sldNum" sz="quarter" idx="12"/>
          </p:nvPr>
        </p:nvSpPr>
        <p:spPr/>
        <p:txBody>
          <a:bodyPr/>
          <a:lstStyle/>
          <a:p>
            <a:fld id="{D60DFF3B-7C2D-4FAA-AA61-E65C31541D4C}" type="slidenum">
              <a:rPr lang="en-US" smtClean="0"/>
              <a:t>18</a:t>
            </a:fld>
            <a:endParaRPr lang="en-US" dirty="0"/>
          </a:p>
        </p:txBody>
      </p:sp>
    </p:spTree>
    <p:extLst>
      <p:ext uri="{BB962C8B-B14F-4D97-AF65-F5344CB8AC3E}">
        <p14:creationId xmlns:p14="http://schemas.microsoft.com/office/powerpoint/2010/main" val="806185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D377FCC-4011-4026-9B84-7181C91D8162}"/>
              </a:ext>
            </a:extLst>
          </p:cNvPr>
          <p:cNvSpPr>
            <a:spLocks noGrp="1"/>
          </p:cNvSpPr>
          <p:nvPr>
            <p:ph type="body" sz="quarter" idx="15"/>
          </p:nvPr>
        </p:nvSpPr>
        <p:spPr>
          <a:xfrm>
            <a:off x="502801" y="1328610"/>
            <a:ext cx="11689199" cy="5236033"/>
          </a:xfrm>
        </p:spPr>
        <p:txBody>
          <a:bodyPr/>
          <a:lstStyle/>
          <a:p>
            <a:pPr marL="285750" indent="-285750">
              <a:buFont typeface="Arial" panose="020B0604020202020204" pitchFamily="34" charset="0"/>
              <a:buChar char="•"/>
            </a:pPr>
            <a:r>
              <a:rPr lang="en-IN" dirty="0"/>
              <a:t>Once we have the sample size required for test and control, we resample the customers</a:t>
            </a:r>
          </a:p>
          <a:p>
            <a:pPr marL="285750" indent="-285750">
              <a:buFont typeface="Arial" panose="020B0604020202020204" pitchFamily="34" charset="0"/>
              <a:buChar char="•"/>
            </a:pPr>
            <a:r>
              <a:rPr lang="en-IN" dirty="0"/>
              <a:t>Then train two models: (a) </a:t>
            </a:r>
            <a:r>
              <a:rPr lang="en-IN" b="1" dirty="0"/>
              <a:t>ANCOVA</a:t>
            </a:r>
            <a:r>
              <a:rPr lang="en-IN" dirty="0"/>
              <a:t>:  to predict the uplift for existing buyers. </a:t>
            </a:r>
            <a:br>
              <a:rPr lang="en-IN" dirty="0"/>
            </a:br>
            <a:r>
              <a:rPr lang="en-IN" dirty="0"/>
              <a:t>(b) </a:t>
            </a:r>
            <a:r>
              <a:rPr lang="en-IN" b="1" dirty="0"/>
              <a:t>ANOVA</a:t>
            </a:r>
            <a:r>
              <a:rPr lang="en-IN" dirty="0"/>
              <a:t>: to predict uplift model for new buyers</a:t>
            </a:r>
            <a:endParaRPr lang="en-US" dirty="0"/>
          </a:p>
        </p:txBody>
      </p:sp>
      <p:sp>
        <p:nvSpPr>
          <p:cNvPr id="73" name="TextBox 72">
            <a:extLst>
              <a:ext uri="{FF2B5EF4-FFF2-40B4-BE49-F238E27FC236}">
                <a16:creationId xmlns:a16="http://schemas.microsoft.com/office/drawing/2014/main" id="{854FED27-C9B2-42EA-9919-3E58AB910356}"/>
              </a:ext>
            </a:extLst>
          </p:cNvPr>
          <p:cNvSpPr txBox="1"/>
          <p:nvPr/>
        </p:nvSpPr>
        <p:spPr>
          <a:xfrm>
            <a:off x="6191055" y="2924734"/>
            <a:ext cx="914400" cy="914400"/>
          </a:xfrm>
          <a:prstGeom prst="rect">
            <a:avLst/>
          </a:prstGeom>
        </p:spPr>
        <p:txBody>
          <a:bodyPr wrap="none" lIns="0" tIns="0" rIns="0" bIns="0" rtlCol="0" anchor="t">
            <a:normAutofit/>
          </a:bodyPr>
          <a:lstStyle/>
          <a:p>
            <a:pPr algn="l"/>
            <a:endParaRPr lang="en-US" sz="2000" b="0" dirty="0"/>
          </a:p>
        </p:txBody>
      </p:sp>
      <p:grpSp>
        <p:nvGrpSpPr>
          <p:cNvPr id="88" name="Group 87">
            <a:extLst>
              <a:ext uri="{FF2B5EF4-FFF2-40B4-BE49-F238E27FC236}">
                <a16:creationId xmlns:a16="http://schemas.microsoft.com/office/drawing/2014/main" id="{1C22BF19-6478-4C99-99CC-95B4284FDBA8}"/>
              </a:ext>
            </a:extLst>
          </p:cNvPr>
          <p:cNvGrpSpPr/>
          <p:nvPr/>
        </p:nvGrpSpPr>
        <p:grpSpPr>
          <a:xfrm>
            <a:off x="413266" y="2875338"/>
            <a:ext cx="11248511" cy="3627149"/>
            <a:chOff x="413266" y="2875338"/>
            <a:chExt cx="11248511" cy="3627149"/>
          </a:xfrm>
        </p:grpSpPr>
        <p:grpSp>
          <p:nvGrpSpPr>
            <p:cNvPr id="81" name="Group 80">
              <a:extLst>
                <a:ext uri="{FF2B5EF4-FFF2-40B4-BE49-F238E27FC236}">
                  <a16:creationId xmlns:a16="http://schemas.microsoft.com/office/drawing/2014/main" id="{56390EC2-2658-4AE4-AE6B-4A84973B9318}"/>
                </a:ext>
              </a:extLst>
            </p:cNvPr>
            <p:cNvGrpSpPr/>
            <p:nvPr/>
          </p:nvGrpSpPr>
          <p:grpSpPr>
            <a:xfrm>
              <a:off x="413266" y="2875338"/>
              <a:ext cx="9442030" cy="3627149"/>
              <a:chOff x="1049351" y="2910278"/>
              <a:chExt cx="9442030" cy="3627149"/>
            </a:xfrm>
          </p:grpSpPr>
          <p:cxnSp>
            <p:nvCxnSpPr>
              <p:cNvPr id="51" name="Straight Arrow Connector 50">
                <a:extLst>
                  <a:ext uri="{FF2B5EF4-FFF2-40B4-BE49-F238E27FC236}">
                    <a16:creationId xmlns:a16="http://schemas.microsoft.com/office/drawing/2014/main" id="{0B2C0200-0615-4F09-ADA1-16DC1B116A5B}"/>
                  </a:ext>
                </a:extLst>
              </p:cNvPr>
              <p:cNvCxnSpPr>
                <a:cxnSpLocks/>
              </p:cNvCxnSpPr>
              <p:nvPr/>
            </p:nvCxnSpPr>
            <p:spPr>
              <a:xfrm flipV="1">
                <a:off x="3101511" y="4078536"/>
                <a:ext cx="579672"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2" name="Rectangle: Rounded Corners 51">
                <a:extLst>
                  <a:ext uri="{FF2B5EF4-FFF2-40B4-BE49-F238E27FC236}">
                    <a16:creationId xmlns:a16="http://schemas.microsoft.com/office/drawing/2014/main" id="{08902E1B-3B8F-4DED-A6C5-FEDE326010C4}"/>
                  </a:ext>
                </a:extLst>
              </p:cNvPr>
              <p:cNvSpPr/>
              <p:nvPr/>
            </p:nvSpPr>
            <p:spPr>
              <a:xfrm>
                <a:off x="3681183" y="3010914"/>
                <a:ext cx="1640264" cy="88254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Sampling and Uplift Calculation</a:t>
                </a:r>
                <a:endParaRPr lang="en-US" sz="1600" dirty="0"/>
              </a:p>
            </p:txBody>
          </p:sp>
          <p:sp>
            <p:nvSpPr>
              <p:cNvPr id="53" name="Rectangle: Rounded Corners 52">
                <a:extLst>
                  <a:ext uri="{FF2B5EF4-FFF2-40B4-BE49-F238E27FC236}">
                    <a16:creationId xmlns:a16="http://schemas.microsoft.com/office/drawing/2014/main" id="{28AB7706-B64C-4380-B5E5-C70CB42D873D}"/>
                  </a:ext>
                </a:extLst>
              </p:cNvPr>
              <p:cNvSpPr/>
              <p:nvPr/>
            </p:nvSpPr>
            <p:spPr>
              <a:xfrm>
                <a:off x="3689866" y="3946627"/>
                <a:ext cx="1640264" cy="160069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Iteration1 Iteration2 Iteration3 Iteration4 </a:t>
                </a:r>
              </a:p>
              <a:p>
                <a:pPr algn="ctr"/>
                <a:r>
                  <a:rPr lang="en-IN" dirty="0">
                    <a:solidFill>
                      <a:schemeClr val="tx1"/>
                    </a:solidFill>
                  </a:rPr>
                  <a:t>…</a:t>
                </a:r>
              </a:p>
              <a:p>
                <a:pPr algn="ctr"/>
                <a:r>
                  <a:rPr lang="en-IN" dirty="0">
                    <a:solidFill>
                      <a:schemeClr val="tx1"/>
                    </a:solidFill>
                  </a:rPr>
                  <a:t>Iteration100</a:t>
                </a:r>
                <a:endParaRPr lang="en-US" dirty="0"/>
              </a:p>
            </p:txBody>
          </p:sp>
          <p:cxnSp>
            <p:nvCxnSpPr>
              <p:cNvPr id="54" name="Straight Arrow Connector 53">
                <a:extLst>
                  <a:ext uri="{FF2B5EF4-FFF2-40B4-BE49-F238E27FC236}">
                    <a16:creationId xmlns:a16="http://schemas.microsoft.com/office/drawing/2014/main" id="{F1B84976-022B-4BEC-9627-818E96998B7B}"/>
                  </a:ext>
                </a:extLst>
              </p:cNvPr>
              <p:cNvCxnSpPr>
                <a:cxnSpLocks/>
              </p:cNvCxnSpPr>
              <p:nvPr/>
            </p:nvCxnSpPr>
            <p:spPr>
              <a:xfrm>
                <a:off x="5321447" y="4110483"/>
                <a:ext cx="73306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5" name="Rectangle: Rounded Corners 54">
                <a:extLst>
                  <a:ext uri="{FF2B5EF4-FFF2-40B4-BE49-F238E27FC236}">
                    <a16:creationId xmlns:a16="http://schemas.microsoft.com/office/drawing/2014/main" id="{D5BAB9F6-835F-443D-B482-6095D78B5AC9}"/>
                  </a:ext>
                </a:extLst>
              </p:cNvPr>
              <p:cNvSpPr/>
              <p:nvPr/>
            </p:nvSpPr>
            <p:spPr>
              <a:xfrm>
                <a:off x="6047875" y="2910278"/>
                <a:ext cx="1962734" cy="126136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Final Sampling corresponding to iteration with mean uplift</a:t>
                </a:r>
                <a:endParaRPr lang="en-US" sz="1600" dirty="0"/>
              </a:p>
            </p:txBody>
          </p:sp>
          <p:sp>
            <p:nvSpPr>
              <p:cNvPr id="56" name="Rectangle: Rounded Corners 55">
                <a:extLst>
                  <a:ext uri="{FF2B5EF4-FFF2-40B4-BE49-F238E27FC236}">
                    <a16:creationId xmlns:a16="http://schemas.microsoft.com/office/drawing/2014/main" id="{69CA299B-5D33-4F93-B324-B0C53A38271D}"/>
                  </a:ext>
                </a:extLst>
              </p:cNvPr>
              <p:cNvSpPr/>
              <p:nvPr/>
            </p:nvSpPr>
            <p:spPr>
              <a:xfrm>
                <a:off x="1049351" y="3119699"/>
                <a:ext cx="2052160" cy="98300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endParaRPr lang="en-IN" dirty="0"/>
              </a:p>
              <a:p>
                <a:pPr algn="ctr"/>
                <a:r>
                  <a:rPr lang="en-IN" sz="1200" dirty="0">
                    <a:solidFill>
                      <a:schemeClr val="tx1"/>
                    </a:solidFill>
                  </a:rPr>
                  <a:t>Exposed Customers</a:t>
                </a:r>
                <a:endParaRPr lang="en-US" sz="1200" dirty="0">
                  <a:solidFill>
                    <a:schemeClr val="tx1"/>
                  </a:solidFill>
                </a:endParaRPr>
              </a:p>
            </p:txBody>
          </p:sp>
          <p:sp>
            <p:nvSpPr>
              <p:cNvPr id="57" name="Rectangle: Rounded Corners 56">
                <a:extLst>
                  <a:ext uri="{FF2B5EF4-FFF2-40B4-BE49-F238E27FC236}">
                    <a16:creationId xmlns:a16="http://schemas.microsoft.com/office/drawing/2014/main" id="{98F3C577-BAA6-4CCF-A113-9E96AD3E34B8}"/>
                  </a:ext>
                </a:extLst>
              </p:cNvPr>
              <p:cNvSpPr/>
              <p:nvPr/>
            </p:nvSpPr>
            <p:spPr>
              <a:xfrm>
                <a:off x="1049351" y="4114912"/>
                <a:ext cx="2052160" cy="10801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r>
                  <a:rPr lang="en-IN" sz="1200" dirty="0">
                    <a:solidFill>
                      <a:schemeClr val="tx1"/>
                    </a:solidFill>
                  </a:rPr>
                  <a:t>Unexposed Customers</a:t>
                </a:r>
                <a:endParaRPr lang="en-US" dirty="0">
                  <a:solidFill>
                    <a:schemeClr val="tx1"/>
                  </a:solidFill>
                </a:endParaRPr>
              </a:p>
            </p:txBody>
          </p:sp>
          <p:sp>
            <p:nvSpPr>
              <p:cNvPr id="58" name="Rectangle: Rounded Corners 57">
                <a:extLst>
                  <a:ext uri="{FF2B5EF4-FFF2-40B4-BE49-F238E27FC236}">
                    <a16:creationId xmlns:a16="http://schemas.microsoft.com/office/drawing/2014/main" id="{2A5C19C0-3A7B-47FC-9F9C-7551955BC352}"/>
                  </a:ext>
                </a:extLst>
              </p:cNvPr>
              <p:cNvSpPr/>
              <p:nvPr/>
            </p:nvSpPr>
            <p:spPr>
              <a:xfrm>
                <a:off x="6233117" y="4272280"/>
                <a:ext cx="1537845" cy="199201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r>
                  <a:rPr lang="en-IN" sz="1200" dirty="0">
                    <a:solidFill>
                      <a:schemeClr val="tx1"/>
                    </a:solidFill>
                  </a:rPr>
                  <a:t>Resampled (Matched) Test and Control</a:t>
                </a:r>
                <a:endParaRPr lang="en-US" dirty="0">
                  <a:solidFill>
                    <a:schemeClr val="tx1"/>
                  </a:solidFill>
                </a:endParaRPr>
              </a:p>
            </p:txBody>
          </p:sp>
          <p:pic>
            <p:nvPicPr>
              <p:cNvPr id="62" name="Picture 16" descr="http://www.ozionix.com/Images/customers_icon.png">
                <a:extLst>
                  <a:ext uri="{FF2B5EF4-FFF2-40B4-BE49-F238E27FC236}">
                    <a16:creationId xmlns:a16="http://schemas.microsoft.com/office/drawing/2014/main" id="{155D8504-5FC8-41E0-8840-33C63BF7163B}"/>
                  </a:ext>
                </a:extLst>
              </p:cNvPr>
              <p:cNvPicPr>
                <a:picLocks noChangeAspect="1" noChangeArrowheads="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t="59034" r="42681"/>
              <a:stretch/>
            </p:blipFill>
            <p:spPr bwMode="auto">
              <a:xfrm>
                <a:off x="2108001" y="3267304"/>
                <a:ext cx="981367" cy="701386"/>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6" descr="http://www.ozionix.com/Images/customers_icon.png">
                <a:extLst>
                  <a:ext uri="{FF2B5EF4-FFF2-40B4-BE49-F238E27FC236}">
                    <a16:creationId xmlns:a16="http://schemas.microsoft.com/office/drawing/2014/main" id="{0E069726-DC21-4C9D-8CB4-A06695007B22}"/>
                  </a:ext>
                </a:extLst>
              </p:cNvPr>
              <p:cNvPicPr>
                <a:picLocks noChangeAspect="1" noChangeArrowheads="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t="59034" r="42681"/>
              <a:stretch/>
            </p:blipFill>
            <p:spPr bwMode="auto">
              <a:xfrm>
                <a:off x="1143854" y="3279514"/>
                <a:ext cx="981367" cy="701386"/>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16" descr="http://www.ozionix.com/Images/customers_icon.png">
                <a:extLst>
                  <a:ext uri="{FF2B5EF4-FFF2-40B4-BE49-F238E27FC236}">
                    <a16:creationId xmlns:a16="http://schemas.microsoft.com/office/drawing/2014/main" id="{9E4EF445-3F24-48B7-839E-5ED03CB118D6}"/>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9034" r="42681"/>
              <a:stretch/>
            </p:blipFill>
            <p:spPr bwMode="auto">
              <a:xfrm>
                <a:off x="1126634" y="4250307"/>
                <a:ext cx="981367" cy="701386"/>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16" descr="http://www.ozionix.com/Images/customers_icon.png">
                <a:extLst>
                  <a:ext uri="{FF2B5EF4-FFF2-40B4-BE49-F238E27FC236}">
                    <a16:creationId xmlns:a16="http://schemas.microsoft.com/office/drawing/2014/main" id="{BC7EA9CC-9AFC-482F-A06F-A914195FD87D}"/>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9034" r="42681"/>
              <a:stretch/>
            </p:blipFill>
            <p:spPr bwMode="auto">
              <a:xfrm>
                <a:off x="2117974" y="4250307"/>
                <a:ext cx="981367" cy="701386"/>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16" descr="http://www.ozionix.com/Images/customers_icon.png">
                <a:extLst>
                  <a:ext uri="{FF2B5EF4-FFF2-40B4-BE49-F238E27FC236}">
                    <a16:creationId xmlns:a16="http://schemas.microsoft.com/office/drawing/2014/main" id="{DA5624AC-9B69-435C-91DD-0C40E038258B}"/>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9034" r="42681"/>
              <a:stretch/>
            </p:blipFill>
            <p:spPr bwMode="auto">
              <a:xfrm>
                <a:off x="6545197" y="4940207"/>
                <a:ext cx="981367" cy="701386"/>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16" descr="http://www.ozionix.com/Images/customers_icon.png">
                <a:extLst>
                  <a:ext uri="{FF2B5EF4-FFF2-40B4-BE49-F238E27FC236}">
                    <a16:creationId xmlns:a16="http://schemas.microsoft.com/office/drawing/2014/main" id="{7AF4CE03-FD2E-4262-B313-F053CDEE49C5}"/>
                  </a:ext>
                </a:extLst>
              </p:cNvPr>
              <p:cNvPicPr>
                <a:picLocks noChangeAspect="1" noChangeArrowheads="1"/>
              </p:cNvPicPr>
              <p:nvPr/>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t="59034" r="42681"/>
              <a:stretch/>
            </p:blipFill>
            <p:spPr bwMode="auto">
              <a:xfrm>
                <a:off x="6532800" y="4299315"/>
                <a:ext cx="981367" cy="701386"/>
              </a:xfrm>
              <a:prstGeom prst="rect">
                <a:avLst/>
              </a:prstGeom>
              <a:noFill/>
              <a:extLst>
                <a:ext uri="{909E8E84-426E-40DD-AFC4-6F175D3DCCD1}">
                  <a14:hiddenFill xmlns:a14="http://schemas.microsoft.com/office/drawing/2010/main">
                    <a:solidFill>
                      <a:srgbClr val="FFFFFF"/>
                    </a:solidFill>
                  </a14:hiddenFill>
                </a:ext>
              </a:extLst>
            </p:spPr>
          </p:pic>
          <p:cxnSp>
            <p:nvCxnSpPr>
              <p:cNvPr id="69" name="Straight Arrow Connector 68">
                <a:extLst>
                  <a:ext uri="{FF2B5EF4-FFF2-40B4-BE49-F238E27FC236}">
                    <a16:creationId xmlns:a16="http://schemas.microsoft.com/office/drawing/2014/main" id="{9F5D379E-81C2-48D3-A2D9-589446C16F78}"/>
                  </a:ext>
                </a:extLst>
              </p:cNvPr>
              <p:cNvCxnSpPr>
                <a:cxnSpLocks/>
                <a:stCxn id="58" idx="3"/>
              </p:cNvCxnSpPr>
              <p:nvPr/>
            </p:nvCxnSpPr>
            <p:spPr>
              <a:xfrm flipV="1">
                <a:off x="7770962" y="4272281"/>
                <a:ext cx="1311272" cy="9960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5EBE3AE0-665B-4DED-96B2-CDAA2C8A1C16}"/>
                  </a:ext>
                </a:extLst>
              </p:cNvPr>
              <p:cNvCxnSpPr>
                <a:cxnSpLocks/>
              </p:cNvCxnSpPr>
              <p:nvPr/>
            </p:nvCxnSpPr>
            <p:spPr>
              <a:xfrm>
                <a:off x="7770962" y="5246754"/>
                <a:ext cx="1380865" cy="6471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243E2889-75CE-4267-819C-D203F2E420CF}"/>
                  </a:ext>
                </a:extLst>
              </p:cNvPr>
              <p:cNvSpPr txBox="1"/>
              <p:nvPr/>
            </p:nvSpPr>
            <p:spPr>
              <a:xfrm>
                <a:off x="7868446" y="4252388"/>
                <a:ext cx="1166687" cy="530267"/>
              </a:xfrm>
              <a:prstGeom prst="rect">
                <a:avLst/>
              </a:prstGeom>
            </p:spPr>
            <p:txBody>
              <a:bodyPr wrap="square" lIns="0" tIns="0" rIns="0" bIns="0" rtlCol="0" anchor="t">
                <a:normAutofit/>
              </a:bodyPr>
              <a:lstStyle/>
              <a:p>
                <a:pPr algn="l"/>
                <a:r>
                  <a:rPr lang="en-IN" sz="1050" b="1" dirty="0"/>
                  <a:t>Existing Buyers</a:t>
                </a:r>
                <a:br>
                  <a:rPr lang="en-IN" sz="1050" b="1" dirty="0"/>
                </a:br>
                <a:r>
                  <a:rPr lang="en-IN" sz="1050" b="1" dirty="0"/>
                  <a:t>(Pre sales &gt;0)</a:t>
                </a:r>
                <a:endParaRPr lang="en-US" sz="1050" b="1" dirty="0"/>
              </a:p>
            </p:txBody>
          </p:sp>
          <p:sp>
            <p:nvSpPr>
              <p:cNvPr id="76" name="TextBox 75">
                <a:extLst>
                  <a:ext uri="{FF2B5EF4-FFF2-40B4-BE49-F238E27FC236}">
                    <a16:creationId xmlns:a16="http://schemas.microsoft.com/office/drawing/2014/main" id="{AAC75951-90AB-4AA2-BE06-73EF7ACECAF7}"/>
                  </a:ext>
                </a:extLst>
              </p:cNvPr>
              <p:cNvSpPr txBox="1"/>
              <p:nvPr/>
            </p:nvSpPr>
            <p:spPr>
              <a:xfrm>
                <a:off x="7868446" y="5781504"/>
                <a:ext cx="1311272" cy="598712"/>
              </a:xfrm>
              <a:prstGeom prst="rect">
                <a:avLst/>
              </a:prstGeom>
            </p:spPr>
            <p:txBody>
              <a:bodyPr wrap="square" lIns="0" tIns="0" rIns="0" bIns="0" rtlCol="0" anchor="t">
                <a:normAutofit/>
              </a:bodyPr>
              <a:lstStyle/>
              <a:p>
                <a:pPr algn="l"/>
                <a:r>
                  <a:rPr lang="en-IN" sz="1050" b="1" dirty="0"/>
                  <a:t>New  Buyers</a:t>
                </a:r>
                <a:br>
                  <a:rPr lang="en-IN" sz="1050" b="1" dirty="0"/>
                </a:br>
                <a:r>
                  <a:rPr lang="en-IN" sz="1050" b="1" dirty="0"/>
                  <a:t>(Pre sales = 0)</a:t>
                </a:r>
                <a:endParaRPr lang="en-US" sz="1050" b="1" dirty="0"/>
              </a:p>
            </p:txBody>
          </p:sp>
          <p:sp>
            <p:nvSpPr>
              <p:cNvPr id="79" name="Rectangle: Rounded Corners 78">
                <a:extLst>
                  <a:ext uri="{FF2B5EF4-FFF2-40B4-BE49-F238E27FC236}">
                    <a16:creationId xmlns:a16="http://schemas.microsoft.com/office/drawing/2014/main" id="{9BA2150D-8456-46C5-AB6A-DA99DBAFD44D}"/>
                  </a:ext>
                </a:extLst>
              </p:cNvPr>
              <p:cNvSpPr/>
              <p:nvPr/>
            </p:nvSpPr>
            <p:spPr>
              <a:xfrm>
                <a:off x="9108510" y="3540961"/>
                <a:ext cx="1311272" cy="126136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Uplift Calculation enhanced ANCOVA</a:t>
                </a:r>
                <a:endParaRPr lang="en-US" sz="1400" dirty="0"/>
              </a:p>
            </p:txBody>
          </p:sp>
          <p:sp>
            <p:nvSpPr>
              <p:cNvPr id="80" name="Rectangle: Rounded Corners 79">
                <a:extLst>
                  <a:ext uri="{FF2B5EF4-FFF2-40B4-BE49-F238E27FC236}">
                    <a16:creationId xmlns:a16="http://schemas.microsoft.com/office/drawing/2014/main" id="{BCA78D6E-F48F-4B15-96DC-D0A5671FDCE0}"/>
                  </a:ext>
                </a:extLst>
              </p:cNvPr>
              <p:cNvSpPr/>
              <p:nvPr/>
            </p:nvSpPr>
            <p:spPr>
              <a:xfrm>
                <a:off x="9180109" y="5276061"/>
                <a:ext cx="1311272" cy="126136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Uplift Calculation enhanced ANOVA</a:t>
                </a:r>
                <a:endParaRPr lang="en-US" sz="1400" dirty="0"/>
              </a:p>
            </p:txBody>
          </p:sp>
        </p:grpSp>
        <p:cxnSp>
          <p:nvCxnSpPr>
            <p:cNvPr id="83" name="Straight Arrow Connector 82">
              <a:extLst>
                <a:ext uri="{FF2B5EF4-FFF2-40B4-BE49-F238E27FC236}">
                  <a16:creationId xmlns:a16="http://schemas.microsoft.com/office/drawing/2014/main" id="{32CD2789-C751-4FB4-BA57-74CFE8D2B7C9}"/>
                </a:ext>
              </a:extLst>
            </p:cNvPr>
            <p:cNvCxnSpPr>
              <a:stCxn id="79" idx="3"/>
            </p:cNvCxnSpPr>
            <p:nvPr/>
          </p:nvCxnSpPr>
          <p:spPr>
            <a:xfrm>
              <a:off x="9783697" y="4136704"/>
              <a:ext cx="513261" cy="61101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5" name="Straight Arrow Connector 84">
              <a:extLst>
                <a:ext uri="{FF2B5EF4-FFF2-40B4-BE49-F238E27FC236}">
                  <a16:creationId xmlns:a16="http://schemas.microsoft.com/office/drawing/2014/main" id="{6FF5B2A3-4887-4ADC-B348-F8DD7F4F0C70}"/>
                </a:ext>
              </a:extLst>
            </p:cNvPr>
            <p:cNvCxnSpPr>
              <a:cxnSpLocks/>
              <a:stCxn id="80" idx="3"/>
            </p:cNvCxnSpPr>
            <p:nvPr/>
          </p:nvCxnSpPr>
          <p:spPr>
            <a:xfrm flipV="1">
              <a:off x="9855296" y="4965761"/>
              <a:ext cx="441662" cy="90604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86" name="Rectangle: Rounded Corners 85">
              <a:extLst>
                <a:ext uri="{FF2B5EF4-FFF2-40B4-BE49-F238E27FC236}">
                  <a16:creationId xmlns:a16="http://schemas.microsoft.com/office/drawing/2014/main" id="{0E3300A8-833C-4E3A-B465-7D07EABCA3DD}"/>
                </a:ext>
              </a:extLst>
            </p:cNvPr>
            <p:cNvSpPr/>
            <p:nvPr/>
          </p:nvSpPr>
          <p:spPr>
            <a:xfrm>
              <a:off x="10356933" y="4126765"/>
              <a:ext cx="1304844" cy="144104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Merge the results</a:t>
              </a:r>
              <a:endParaRPr lang="en-US" sz="1600" dirty="0"/>
            </a:p>
          </p:txBody>
        </p:sp>
      </p:grpSp>
      <p:cxnSp>
        <p:nvCxnSpPr>
          <p:cNvPr id="93" name="Connector: Curved 92">
            <a:extLst>
              <a:ext uri="{FF2B5EF4-FFF2-40B4-BE49-F238E27FC236}">
                <a16:creationId xmlns:a16="http://schemas.microsoft.com/office/drawing/2014/main" id="{48371828-8BBA-459E-B868-26CCAD2A57C6}"/>
              </a:ext>
            </a:extLst>
          </p:cNvPr>
          <p:cNvCxnSpPr>
            <a:stCxn id="86" idx="0"/>
            <a:endCxn id="52" idx="0"/>
          </p:cNvCxnSpPr>
          <p:nvPr/>
        </p:nvCxnSpPr>
        <p:spPr>
          <a:xfrm rot="16200000" flipV="1">
            <a:off x="6861898" y="-20693"/>
            <a:ext cx="1150791" cy="7144125"/>
          </a:xfrm>
          <a:prstGeom prst="curvedConnector3">
            <a:avLst>
              <a:gd name="adj1" fmla="val 12591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EF5DF37B-F328-4FA2-8E49-BA235149A3AB}"/>
              </a:ext>
            </a:extLst>
          </p:cNvPr>
          <p:cNvGrpSpPr/>
          <p:nvPr/>
        </p:nvGrpSpPr>
        <p:grpSpPr>
          <a:xfrm>
            <a:off x="413266" y="454927"/>
            <a:ext cx="2570662" cy="873683"/>
            <a:chOff x="2790" y="676022"/>
            <a:chExt cx="2483714" cy="993485"/>
          </a:xfrm>
        </p:grpSpPr>
        <p:sp>
          <p:nvSpPr>
            <p:cNvPr id="90" name="Arrow: Chevron 89">
              <a:extLst>
                <a:ext uri="{FF2B5EF4-FFF2-40B4-BE49-F238E27FC236}">
                  <a16:creationId xmlns:a16="http://schemas.microsoft.com/office/drawing/2014/main" id="{86C6D553-C2A1-4A50-B5A3-5FC779EA88FF}"/>
                </a:ext>
              </a:extLst>
            </p:cNvPr>
            <p:cNvSpPr/>
            <p:nvPr/>
          </p:nvSpPr>
          <p:spPr>
            <a:xfrm>
              <a:off x="2790" y="676022"/>
              <a:ext cx="2483714" cy="993485"/>
            </a:xfrm>
            <a:prstGeom prst="chevron">
              <a:avLst/>
            </a:prstGeom>
            <a:solidFill>
              <a:schemeClr val="accent3">
                <a:hueOff val="0"/>
                <a:satOff val="0"/>
                <a:lumOff val="0"/>
                <a:alpha val="50000"/>
              </a:schemeClr>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sp>
        <p:sp>
          <p:nvSpPr>
            <p:cNvPr id="91" name="Arrow: Chevron 4">
              <a:extLst>
                <a:ext uri="{FF2B5EF4-FFF2-40B4-BE49-F238E27FC236}">
                  <a16:creationId xmlns:a16="http://schemas.microsoft.com/office/drawing/2014/main" id="{AA2B007C-8522-4E96-AA0E-EF41B51074EC}"/>
                </a:ext>
              </a:extLst>
            </p:cNvPr>
            <p:cNvSpPr txBox="1"/>
            <p:nvPr/>
          </p:nvSpPr>
          <p:spPr>
            <a:xfrm>
              <a:off x="499533" y="676022"/>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Input Creation</a:t>
              </a:r>
              <a:endParaRPr lang="en-US" sz="2000" kern="1200" dirty="0"/>
            </a:p>
          </p:txBody>
        </p:sp>
      </p:grpSp>
      <p:grpSp>
        <p:nvGrpSpPr>
          <p:cNvPr id="60" name="Group 59">
            <a:extLst>
              <a:ext uri="{FF2B5EF4-FFF2-40B4-BE49-F238E27FC236}">
                <a16:creationId xmlns:a16="http://schemas.microsoft.com/office/drawing/2014/main" id="{801C89D9-1391-4C6E-9D0B-11D64BF68F76}"/>
              </a:ext>
            </a:extLst>
          </p:cNvPr>
          <p:cNvGrpSpPr/>
          <p:nvPr/>
        </p:nvGrpSpPr>
        <p:grpSpPr>
          <a:xfrm>
            <a:off x="2648609" y="454927"/>
            <a:ext cx="2570662" cy="873683"/>
            <a:chOff x="2238133" y="676022"/>
            <a:chExt cx="2483714" cy="993485"/>
          </a:xfrm>
        </p:grpSpPr>
        <p:sp>
          <p:nvSpPr>
            <p:cNvPr id="87" name="Arrow: Chevron 86">
              <a:extLst>
                <a:ext uri="{FF2B5EF4-FFF2-40B4-BE49-F238E27FC236}">
                  <a16:creationId xmlns:a16="http://schemas.microsoft.com/office/drawing/2014/main" id="{93994900-E90F-4297-92E7-0F4AC8B8AF05}"/>
                </a:ext>
              </a:extLst>
            </p:cNvPr>
            <p:cNvSpPr/>
            <p:nvPr/>
          </p:nvSpPr>
          <p:spPr>
            <a:xfrm>
              <a:off x="2238133" y="676022"/>
              <a:ext cx="2483714" cy="993485"/>
            </a:xfrm>
            <a:prstGeom prst="chevron">
              <a:avLst/>
            </a:prstGeom>
            <a:solidFill>
              <a:schemeClr val="accent3">
                <a:hueOff val="1061388"/>
                <a:satOff val="-972"/>
                <a:lumOff val="-3961"/>
                <a:alpha val="50000"/>
              </a:schemeClr>
            </a:solidFill>
          </p:spPr>
          <p:style>
            <a:lnRef idx="2">
              <a:schemeClr val="lt1">
                <a:hueOff val="0"/>
                <a:satOff val="0"/>
                <a:lumOff val="0"/>
                <a:alphaOff val="0"/>
              </a:schemeClr>
            </a:lnRef>
            <a:fillRef idx="1">
              <a:scrgbClr r="0" g="0" b="0"/>
            </a:fillRef>
            <a:effectRef idx="0">
              <a:schemeClr val="accent3">
                <a:hueOff val="677650"/>
                <a:satOff val="25000"/>
                <a:lumOff val="-3676"/>
                <a:alphaOff val="0"/>
              </a:schemeClr>
            </a:effectRef>
            <a:fontRef idx="minor">
              <a:schemeClr val="lt1"/>
            </a:fontRef>
          </p:style>
        </p:sp>
        <p:sp>
          <p:nvSpPr>
            <p:cNvPr id="89" name="Arrow: Chevron 6">
              <a:extLst>
                <a:ext uri="{FF2B5EF4-FFF2-40B4-BE49-F238E27FC236}">
                  <a16:creationId xmlns:a16="http://schemas.microsoft.com/office/drawing/2014/main" id="{5CF29F9D-1FBB-4A22-B33C-B7391CAA5977}"/>
                </a:ext>
              </a:extLst>
            </p:cNvPr>
            <p:cNvSpPr txBox="1"/>
            <p:nvPr/>
          </p:nvSpPr>
          <p:spPr>
            <a:xfrm>
              <a:off x="2734876" y="676022"/>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Pre Period Identification</a:t>
              </a:r>
              <a:endParaRPr lang="en-US" sz="2000" kern="1200" dirty="0"/>
            </a:p>
          </p:txBody>
        </p:sp>
      </p:grpSp>
      <p:grpSp>
        <p:nvGrpSpPr>
          <p:cNvPr id="61" name="Group 60">
            <a:extLst>
              <a:ext uri="{FF2B5EF4-FFF2-40B4-BE49-F238E27FC236}">
                <a16:creationId xmlns:a16="http://schemas.microsoft.com/office/drawing/2014/main" id="{E86C56E4-D427-4EDC-A7DF-03EA04C69E12}"/>
              </a:ext>
            </a:extLst>
          </p:cNvPr>
          <p:cNvGrpSpPr/>
          <p:nvPr/>
        </p:nvGrpSpPr>
        <p:grpSpPr>
          <a:xfrm>
            <a:off x="4883952" y="454927"/>
            <a:ext cx="2570662" cy="873683"/>
            <a:chOff x="4473476" y="676022"/>
            <a:chExt cx="2483714" cy="993485"/>
          </a:xfrm>
        </p:grpSpPr>
        <p:sp>
          <p:nvSpPr>
            <p:cNvPr id="82" name="Arrow: Chevron 81">
              <a:extLst>
                <a:ext uri="{FF2B5EF4-FFF2-40B4-BE49-F238E27FC236}">
                  <a16:creationId xmlns:a16="http://schemas.microsoft.com/office/drawing/2014/main" id="{527CEEBE-D8B5-44EB-81F2-550A5A95613C}"/>
                </a:ext>
              </a:extLst>
            </p:cNvPr>
            <p:cNvSpPr/>
            <p:nvPr/>
          </p:nvSpPr>
          <p:spPr>
            <a:xfrm>
              <a:off x="4473476" y="676022"/>
              <a:ext cx="2483714" cy="993485"/>
            </a:xfrm>
            <a:prstGeom prst="chevron">
              <a:avLst/>
            </a:prstGeom>
            <a:solidFill>
              <a:schemeClr val="accent3">
                <a:hueOff val="2122777"/>
                <a:satOff val="-1944"/>
                <a:lumOff val="-7922"/>
                <a:alpha val="50000"/>
              </a:schemeClr>
            </a:solidFill>
          </p:spPr>
          <p:style>
            <a:lnRef idx="2">
              <a:schemeClr val="lt1">
                <a:hueOff val="0"/>
                <a:satOff val="0"/>
                <a:lumOff val="0"/>
                <a:alphaOff val="0"/>
              </a:schemeClr>
            </a:lnRef>
            <a:fillRef idx="1">
              <a:scrgbClr r="0" g="0" b="0"/>
            </a:fillRef>
            <a:effectRef idx="0">
              <a:schemeClr val="accent3">
                <a:hueOff val="1355300"/>
                <a:satOff val="50000"/>
                <a:lumOff val="-7353"/>
                <a:alphaOff val="0"/>
              </a:schemeClr>
            </a:effectRef>
            <a:fontRef idx="minor">
              <a:schemeClr val="lt1"/>
            </a:fontRef>
          </p:style>
        </p:sp>
        <p:sp>
          <p:nvSpPr>
            <p:cNvPr id="84" name="Arrow: Chevron 8">
              <a:extLst>
                <a:ext uri="{FF2B5EF4-FFF2-40B4-BE49-F238E27FC236}">
                  <a16:creationId xmlns:a16="http://schemas.microsoft.com/office/drawing/2014/main" id="{A4EB7332-15DE-4DC4-AD47-6A525F3292D3}"/>
                </a:ext>
              </a:extLst>
            </p:cNvPr>
            <p:cNvSpPr txBox="1"/>
            <p:nvPr/>
          </p:nvSpPr>
          <p:spPr>
            <a:xfrm>
              <a:off x="4970219" y="676022"/>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Outlier Removal</a:t>
              </a:r>
              <a:endParaRPr lang="en-US" sz="2000" kern="1200" dirty="0"/>
            </a:p>
          </p:txBody>
        </p:sp>
      </p:grpSp>
      <p:grpSp>
        <p:nvGrpSpPr>
          <p:cNvPr id="68" name="Group 67">
            <a:extLst>
              <a:ext uri="{FF2B5EF4-FFF2-40B4-BE49-F238E27FC236}">
                <a16:creationId xmlns:a16="http://schemas.microsoft.com/office/drawing/2014/main" id="{D1533EF6-BA8B-4333-92D1-650E87325CCF}"/>
              </a:ext>
            </a:extLst>
          </p:cNvPr>
          <p:cNvGrpSpPr/>
          <p:nvPr/>
        </p:nvGrpSpPr>
        <p:grpSpPr>
          <a:xfrm>
            <a:off x="7119295" y="454927"/>
            <a:ext cx="2570662" cy="873683"/>
            <a:chOff x="6708819" y="676022"/>
            <a:chExt cx="2483714" cy="993485"/>
          </a:xfrm>
        </p:grpSpPr>
        <p:sp>
          <p:nvSpPr>
            <p:cNvPr id="77" name="Arrow: Chevron 76">
              <a:extLst>
                <a:ext uri="{FF2B5EF4-FFF2-40B4-BE49-F238E27FC236}">
                  <a16:creationId xmlns:a16="http://schemas.microsoft.com/office/drawing/2014/main" id="{BE3E1532-0D10-4213-8492-BDD5771F3BB9}"/>
                </a:ext>
              </a:extLst>
            </p:cNvPr>
            <p:cNvSpPr/>
            <p:nvPr/>
          </p:nvSpPr>
          <p:spPr>
            <a:xfrm>
              <a:off x="6708819" y="676022"/>
              <a:ext cx="2483714" cy="993485"/>
            </a:xfrm>
            <a:prstGeom prst="chevron">
              <a:avLst/>
            </a:prstGeom>
            <a:solidFill>
              <a:schemeClr val="accent3">
                <a:hueOff val="4245554"/>
                <a:satOff val="-3888"/>
                <a:lumOff val="-15843"/>
                <a:alpha val="50000"/>
              </a:schemeClr>
            </a:solidFill>
          </p:spPr>
          <p:style>
            <a:lnRef idx="2">
              <a:schemeClr val="lt1">
                <a:hueOff val="0"/>
                <a:satOff val="0"/>
                <a:lumOff val="0"/>
                <a:alphaOff val="0"/>
              </a:schemeClr>
            </a:lnRef>
            <a:fillRef idx="1">
              <a:scrgbClr r="0" g="0" b="0"/>
            </a:fillRef>
            <a:effectRef idx="0">
              <a:schemeClr val="accent3">
                <a:hueOff val="2032949"/>
                <a:satOff val="75000"/>
                <a:lumOff val="-11029"/>
                <a:alphaOff val="0"/>
              </a:schemeClr>
            </a:effectRef>
            <a:fontRef idx="minor">
              <a:schemeClr val="lt1"/>
            </a:fontRef>
          </p:style>
        </p:sp>
        <p:sp>
          <p:nvSpPr>
            <p:cNvPr id="78" name="Arrow: Chevron 10">
              <a:extLst>
                <a:ext uri="{FF2B5EF4-FFF2-40B4-BE49-F238E27FC236}">
                  <a16:creationId xmlns:a16="http://schemas.microsoft.com/office/drawing/2014/main" id="{6D550C73-F060-4FC5-AC1A-118EFC449F27}"/>
                </a:ext>
              </a:extLst>
            </p:cNvPr>
            <p:cNvSpPr txBox="1"/>
            <p:nvPr/>
          </p:nvSpPr>
          <p:spPr>
            <a:xfrm>
              <a:off x="7205562" y="676022"/>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Sample Size Selection</a:t>
              </a:r>
              <a:endParaRPr lang="en-US" sz="2000" kern="1200" dirty="0"/>
            </a:p>
          </p:txBody>
        </p:sp>
      </p:grpSp>
      <p:grpSp>
        <p:nvGrpSpPr>
          <p:cNvPr id="70" name="Group 69">
            <a:extLst>
              <a:ext uri="{FF2B5EF4-FFF2-40B4-BE49-F238E27FC236}">
                <a16:creationId xmlns:a16="http://schemas.microsoft.com/office/drawing/2014/main" id="{BC3A4E12-2B58-4B76-96B5-931E5A6E1FB6}"/>
              </a:ext>
            </a:extLst>
          </p:cNvPr>
          <p:cNvGrpSpPr/>
          <p:nvPr/>
        </p:nvGrpSpPr>
        <p:grpSpPr>
          <a:xfrm>
            <a:off x="9354638" y="454927"/>
            <a:ext cx="2424096" cy="873683"/>
            <a:chOff x="8944162" y="676022"/>
            <a:chExt cx="2483714" cy="993485"/>
          </a:xfrm>
        </p:grpSpPr>
        <p:sp>
          <p:nvSpPr>
            <p:cNvPr id="72" name="Arrow: Chevron 71">
              <a:extLst>
                <a:ext uri="{FF2B5EF4-FFF2-40B4-BE49-F238E27FC236}">
                  <a16:creationId xmlns:a16="http://schemas.microsoft.com/office/drawing/2014/main" id="{AD909E1A-3A15-4A93-AD3A-679B789DB21C}"/>
                </a:ext>
              </a:extLst>
            </p:cNvPr>
            <p:cNvSpPr/>
            <p:nvPr/>
          </p:nvSpPr>
          <p:spPr>
            <a:xfrm>
              <a:off x="8944162" y="676022"/>
              <a:ext cx="2483714" cy="993485"/>
            </a:xfrm>
            <a:prstGeom prst="chevron">
              <a:avLst/>
            </a:prstGeom>
            <a:ln w="57150"/>
          </p:spPr>
          <p:style>
            <a:lnRef idx="2">
              <a:scrgbClr r="0" g="0" b="0"/>
            </a:lnRef>
            <a:fillRef idx="1">
              <a:schemeClr val="accent3">
                <a:hueOff val="2710599"/>
                <a:satOff val="100000"/>
                <a:lumOff val="-14706"/>
                <a:alphaOff val="0"/>
              </a:schemeClr>
            </a:fillRef>
            <a:effectRef idx="0">
              <a:schemeClr val="accent3">
                <a:hueOff val="2710599"/>
                <a:satOff val="100000"/>
                <a:lumOff val="-14706"/>
                <a:alphaOff val="0"/>
              </a:schemeClr>
            </a:effectRef>
            <a:fontRef idx="minor">
              <a:schemeClr val="lt1"/>
            </a:fontRef>
          </p:style>
        </p:sp>
        <p:sp>
          <p:nvSpPr>
            <p:cNvPr id="75" name="Arrow: Chevron 12">
              <a:extLst>
                <a:ext uri="{FF2B5EF4-FFF2-40B4-BE49-F238E27FC236}">
                  <a16:creationId xmlns:a16="http://schemas.microsoft.com/office/drawing/2014/main" id="{C28F9FE9-A4FF-4263-9EB8-D99C06F34203}"/>
                </a:ext>
              </a:extLst>
            </p:cNvPr>
            <p:cNvSpPr txBox="1"/>
            <p:nvPr/>
          </p:nvSpPr>
          <p:spPr>
            <a:xfrm>
              <a:off x="9440905" y="676022"/>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b="1" u="sng" kern="1200" dirty="0"/>
                <a:t>Uplift Calculation</a:t>
              </a:r>
              <a:endParaRPr lang="en-US" sz="2000" b="1" u="sng" kern="1200" dirty="0"/>
            </a:p>
          </p:txBody>
        </p:sp>
      </p:grpSp>
    </p:spTree>
    <p:extLst>
      <p:ext uri="{BB962C8B-B14F-4D97-AF65-F5344CB8AC3E}">
        <p14:creationId xmlns:p14="http://schemas.microsoft.com/office/powerpoint/2010/main" val="1637601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B8EDDA0-8D19-4E7F-81F3-3C62F85F5DF1}"/>
              </a:ext>
            </a:extLst>
          </p:cNvPr>
          <p:cNvSpPr>
            <a:spLocks noGrp="1"/>
          </p:cNvSpPr>
          <p:nvPr>
            <p:ph type="body" sz="quarter" idx="15"/>
          </p:nvPr>
        </p:nvSpPr>
        <p:spPr>
          <a:xfrm>
            <a:off x="386844" y="1773448"/>
            <a:ext cx="6954400" cy="4629681"/>
          </a:xfrm>
        </p:spPr>
        <p:txBody>
          <a:bodyPr>
            <a:normAutofit/>
          </a:bodyPr>
          <a:lstStyle/>
          <a:p>
            <a:pPr marL="285750" indent="-285750">
              <a:lnSpc>
                <a:spcPct val="150000"/>
              </a:lnSpc>
              <a:buFont typeface="Arial" panose="020B0604020202020204" pitchFamily="34" charset="0"/>
              <a:buChar char="•"/>
            </a:pPr>
            <a:r>
              <a:rPr lang="en-IN" dirty="0"/>
              <a:t>After merging the uplift results for ANOVA and ANCOVA, identify seed with uplift closest to mean uplift in above 100 iterations.</a:t>
            </a:r>
          </a:p>
          <a:p>
            <a:pPr marL="285750" indent="-285750">
              <a:lnSpc>
                <a:spcPct val="150000"/>
              </a:lnSpc>
              <a:buFont typeface="Arial" panose="020B0604020202020204" pitchFamily="34" charset="0"/>
              <a:buChar char="•"/>
            </a:pPr>
            <a:r>
              <a:rPr lang="en-IN" dirty="0"/>
              <a:t>Separate existing buyers and new-buyers in pre period for sampled customers (using seed identified above).</a:t>
            </a:r>
          </a:p>
          <a:p>
            <a:pPr marL="285750" indent="-285750">
              <a:lnSpc>
                <a:spcPct val="150000"/>
              </a:lnSpc>
              <a:buFont typeface="Arial" panose="020B0604020202020204" pitchFamily="34" charset="0"/>
              <a:buChar char="•"/>
            </a:pPr>
            <a:r>
              <a:rPr lang="en-IN" dirty="0"/>
              <a:t>Run ANOVA and ANCOVA for new-buyers and existing buyers respectively and append ANOVA and ANCOVA uplift for sampled mailed customers.</a:t>
            </a:r>
          </a:p>
          <a:p>
            <a:pPr marL="285750" indent="-285750">
              <a:lnSpc>
                <a:spcPct val="150000"/>
              </a:lnSpc>
              <a:buFont typeface="Arial" panose="020B0604020202020204" pitchFamily="34" charset="0"/>
              <a:buChar char="•"/>
            </a:pPr>
            <a:r>
              <a:rPr lang="en-IN" dirty="0"/>
              <a:t>Identify remaining mailed customers (non-sampled) and score these customers as per the ANOVA/ANCOVA model identified above.</a:t>
            </a:r>
            <a:endParaRPr lang="en-US" sz="3200" dirty="0"/>
          </a:p>
        </p:txBody>
      </p:sp>
      <p:sp>
        <p:nvSpPr>
          <p:cNvPr id="29" name="Rectangle: Rounded Corners 28">
            <a:extLst>
              <a:ext uri="{FF2B5EF4-FFF2-40B4-BE49-F238E27FC236}">
                <a16:creationId xmlns:a16="http://schemas.microsoft.com/office/drawing/2014/main" id="{BA9A55A6-A9E8-4098-A335-1F43F92113AF}"/>
              </a:ext>
            </a:extLst>
          </p:cNvPr>
          <p:cNvSpPr/>
          <p:nvPr/>
        </p:nvSpPr>
        <p:spPr>
          <a:xfrm>
            <a:off x="9640957" y="1848678"/>
            <a:ext cx="308113" cy="1958009"/>
          </a:xfrm>
          <a:prstGeom prst="round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pic>
        <p:nvPicPr>
          <p:cNvPr id="28" name="Picture 27">
            <a:extLst>
              <a:ext uri="{FF2B5EF4-FFF2-40B4-BE49-F238E27FC236}">
                <a16:creationId xmlns:a16="http://schemas.microsoft.com/office/drawing/2014/main" id="{3BCA8C90-832B-4E81-A6B6-F1280A65197E}"/>
              </a:ext>
            </a:extLst>
          </p:cNvPr>
          <p:cNvPicPr>
            <a:picLocks noChangeAspect="1"/>
          </p:cNvPicPr>
          <p:nvPr/>
        </p:nvPicPr>
        <p:blipFill>
          <a:blip r:embed="rId2"/>
          <a:stretch>
            <a:fillRect/>
          </a:stretch>
        </p:blipFill>
        <p:spPr>
          <a:xfrm>
            <a:off x="7573269" y="1773448"/>
            <a:ext cx="3827933" cy="2291656"/>
          </a:xfrm>
          <a:prstGeom prst="rect">
            <a:avLst/>
          </a:prstGeom>
          <a:ln>
            <a:solidFill>
              <a:schemeClr val="tx1"/>
            </a:solidFill>
          </a:ln>
        </p:spPr>
      </p:pic>
      <p:grpSp>
        <p:nvGrpSpPr>
          <p:cNvPr id="30" name="Group 29">
            <a:extLst>
              <a:ext uri="{FF2B5EF4-FFF2-40B4-BE49-F238E27FC236}">
                <a16:creationId xmlns:a16="http://schemas.microsoft.com/office/drawing/2014/main" id="{E8DE65CD-F920-46CD-B483-D40DAC316712}"/>
              </a:ext>
            </a:extLst>
          </p:cNvPr>
          <p:cNvGrpSpPr/>
          <p:nvPr/>
        </p:nvGrpSpPr>
        <p:grpSpPr>
          <a:xfrm>
            <a:off x="386844" y="454871"/>
            <a:ext cx="2483714" cy="993485"/>
            <a:chOff x="2790" y="676022"/>
            <a:chExt cx="2483714" cy="993485"/>
          </a:xfrm>
        </p:grpSpPr>
        <p:sp>
          <p:nvSpPr>
            <p:cNvPr id="43" name="Arrow: Chevron 42">
              <a:extLst>
                <a:ext uri="{FF2B5EF4-FFF2-40B4-BE49-F238E27FC236}">
                  <a16:creationId xmlns:a16="http://schemas.microsoft.com/office/drawing/2014/main" id="{084D7737-3234-4E31-A054-485B32F07D57}"/>
                </a:ext>
              </a:extLst>
            </p:cNvPr>
            <p:cNvSpPr/>
            <p:nvPr/>
          </p:nvSpPr>
          <p:spPr>
            <a:xfrm>
              <a:off x="2790" y="676022"/>
              <a:ext cx="2483714" cy="993485"/>
            </a:xfrm>
            <a:prstGeom prst="chevron">
              <a:avLst/>
            </a:prstGeom>
            <a:solidFill>
              <a:schemeClr val="accent3">
                <a:hueOff val="0"/>
                <a:satOff val="0"/>
                <a:lumOff val="0"/>
                <a:alpha val="50000"/>
              </a:schemeClr>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sp>
        <p:sp>
          <p:nvSpPr>
            <p:cNvPr id="44" name="Arrow: Chevron 4">
              <a:extLst>
                <a:ext uri="{FF2B5EF4-FFF2-40B4-BE49-F238E27FC236}">
                  <a16:creationId xmlns:a16="http://schemas.microsoft.com/office/drawing/2014/main" id="{0BCE2EA4-7868-4CCB-9B73-8E9826D09C08}"/>
                </a:ext>
              </a:extLst>
            </p:cNvPr>
            <p:cNvSpPr txBox="1"/>
            <p:nvPr/>
          </p:nvSpPr>
          <p:spPr>
            <a:xfrm>
              <a:off x="499533" y="676022"/>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Input Creation</a:t>
              </a:r>
              <a:endParaRPr lang="en-US" sz="2000" kern="1200" dirty="0"/>
            </a:p>
          </p:txBody>
        </p:sp>
      </p:grpSp>
      <p:grpSp>
        <p:nvGrpSpPr>
          <p:cNvPr id="31" name="Group 30">
            <a:extLst>
              <a:ext uri="{FF2B5EF4-FFF2-40B4-BE49-F238E27FC236}">
                <a16:creationId xmlns:a16="http://schemas.microsoft.com/office/drawing/2014/main" id="{CCC4A3DE-BB0F-4FB9-920F-DF44C40B2DD6}"/>
              </a:ext>
            </a:extLst>
          </p:cNvPr>
          <p:cNvGrpSpPr/>
          <p:nvPr/>
        </p:nvGrpSpPr>
        <p:grpSpPr>
          <a:xfrm>
            <a:off x="2622187" y="454871"/>
            <a:ext cx="2483714" cy="993485"/>
            <a:chOff x="2238133" y="676022"/>
            <a:chExt cx="2483714" cy="993485"/>
          </a:xfrm>
        </p:grpSpPr>
        <p:sp>
          <p:nvSpPr>
            <p:cNvPr id="41" name="Arrow: Chevron 40">
              <a:extLst>
                <a:ext uri="{FF2B5EF4-FFF2-40B4-BE49-F238E27FC236}">
                  <a16:creationId xmlns:a16="http://schemas.microsoft.com/office/drawing/2014/main" id="{9D5361A2-7D5D-4E29-ACB9-F8ED3D0D6DC8}"/>
                </a:ext>
              </a:extLst>
            </p:cNvPr>
            <p:cNvSpPr/>
            <p:nvPr/>
          </p:nvSpPr>
          <p:spPr>
            <a:xfrm>
              <a:off x="2238133" y="676022"/>
              <a:ext cx="2483714" cy="993485"/>
            </a:xfrm>
            <a:prstGeom prst="chevron">
              <a:avLst/>
            </a:prstGeom>
            <a:solidFill>
              <a:schemeClr val="accent3">
                <a:hueOff val="1061388"/>
                <a:satOff val="-972"/>
                <a:lumOff val="-3961"/>
                <a:alpha val="50000"/>
              </a:schemeClr>
            </a:solidFill>
          </p:spPr>
          <p:style>
            <a:lnRef idx="2">
              <a:schemeClr val="lt1">
                <a:hueOff val="0"/>
                <a:satOff val="0"/>
                <a:lumOff val="0"/>
                <a:alphaOff val="0"/>
              </a:schemeClr>
            </a:lnRef>
            <a:fillRef idx="1">
              <a:scrgbClr r="0" g="0" b="0"/>
            </a:fillRef>
            <a:effectRef idx="0">
              <a:schemeClr val="accent3">
                <a:hueOff val="677650"/>
                <a:satOff val="25000"/>
                <a:lumOff val="-3676"/>
                <a:alphaOff val="0"/>
              </a:schemeClr>
            </a:effectRef>
            <a:fontRef idx="minor">
              <a:schemeClr val="lt1"/>
            </a:fontRef>
          </p:style>
        </p:sp>
        <p:sp>
          <p:nvSpPr>
            <p:cNvPr id="42" name="Arrow: Chevron 6">
              <a:extLst>
                <a:ext uri="{FF2B5EF4-FFF2-40B4-BE49-F238E27FC236}">
                  <a16:creationId xmlns:a16="http://schemas.microsoft.com/office/drawing/2014/main" id="{A0927B61-2C22-4CFC-B28C-A947CEC311D8}"/>
                </a:ext>
              </a:extLst>
            </p:cNvPr>
            <p:cNvSpPr txBox="1"/>
            <p:nvPr/>
          </p:nvSpPr>
          <p:spPr>
            <a:xfrm>
              <a:off x="2734876" y="676022"/>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Pre Period Identification</a:t>
              </a:r>
              <a:endParaRPr lang="en-US" sz="2000" kern="1200" dirty="0"/>
            </a:p>
          </p:txBody>
        </p:sp>
      </p:grpSp>
      <p:grpSp>
        <p:nvGrpSpPr>
          <p:cNvPr id="32" name="Group 31">
            <a:extLst>
              <a:ext uri="{FF2B5EF4-FFF2-40B4-BE49-F238E27FC236}">
                <a16:creationId xmlns:a16="http://schemas.microsoft.com/office/drawing/2014/main" id="{2CFBC72A-23F0-48D4-B4A1-E9D381E3408E}"/>
              </a:ext>
            </a:extLst>
          </p:cNvPr>
          <p:cNvGrpSpPr/>
          <p:nvPr/>
        </p:nvGrpSpPr>
        <p:grpSpPr>
          <a:xfrm>
            <a:off x="4857530" y="454871"/>
            <a:ext cx="2483714" cy="993485"/>
            <a:chOff x="4473476" y="676022"/>
            <a:chExt cx="2483714" cy="993485"/>
          </a:xfrm>
        </p:grpSpPr>
        <p:sp>
          <p:nvSpPr>
            <p:cNvPr id="39" name="Arrow: Chevron 38">
              <a:extLst>
                <a:ext uri="{FF2B5EF4-FFF2-40B4-BE49-F238E27FC236}">
                  <a16:creationId xmlns:a16="http://schemas.microsoft.com/office/drawing/2014/main" id="{152EACFF-DAD1-4129-B24F-9D47A60E5609}"/>
                </a:ext>
              </a:extLst>
            </p:cNvPr>
            <p:cNvSpPr/>
            <p:nvPr/>
          </p:nvSpPr>
          <p:spPr>
            <a:xfrm>
              <a:off x="4473476" y="676022"/>
              <a:ext cx="2483714" cy="993485"/>
            </a:xfrm>
            <a:prstGeom prst="chevron">
              <a:avLst/>
            </a:prstGeom>
            <a:solidFill>
              <a:schemeClr val="accent3">
                <a:hueOff val="2122777"/>
                <a:satOff val="-1944"/>
                <a:lumOff val="-7922"/>
                <a:alpha val="50000"/>
              </a:schemeClr>
            </a:solidFill>
          </p:spPr>
          <p:style>
            <a:lnRef idx="2">
              <a:schemeClr val="lt1">
                <a:hueOff val="0"/>
                <a:satOff val="0"/>
                <a:lumOff val="0"/>
                <a:alphaOff val="0"/>
              </a:schemeClr>
            </a:lnRef>
            <a:fillRef idx="1">
              <a:scrgbClr r="0" g="0" b="0"/>
            </a:fillRef>
            <a:effectRef idx="0">
              <a:schemeClr val="accent3">
                <a:hueOff val="1355300"/>
                <a:satOff val="50000"/>
                <a:lumOff val="-7353"/>
                <a:alphaOff val="0"/>
              </a:schemeClr>
            </a:effectRef>
            <a:fontRef idx="minor">
              <a:schemeClr val="lt1"/>
            </a:fontRef>
          </p:style>
        </p:sp>
        <p:sp>
          <p:nvSpPr>
            <p:cNvPr id="40" name="Arrow: Chevron 8">
              <a:extLst>
                <a:ext uri="{FF2B5EF4-FFF2-40B4-BE49-F238E27FC236}">
                  <a16:creationId xmlns:a16="http://schemas.microsoft.com/office/drawing/2014/main" id="{5E68FE88-4480-4DAC-9F5E-621E758A5AD9}"/>
                </a:ext>
              </a:extLst>
            </p:cNvPr>
            <p:cNvSpPr txBox="1"/>
            <p:nvPr/>
          </p:nvSpPr>
          <p:spPr>
            <a:xfrm>
              <a:off x="4970219" y="676022"/>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Outlier Removal</a:t>
              </a:r>
              <a:endParaRPr lang="en-US" sz="2000" kern="1200" dirty="0"/>
            </a:p>
          </p:txBody>
        </p:sp>
      </p:grpSp>
      <p:grpSp>
        <p:nvGrpSpPr>
          <p:cNvPr id="33" name="Group 32">
            <a:extLst>
              <a:ext uri="{FF2B5EF4-FFF2-40B4-BE49-F238E27FC236}">
                <a16:creationId xmlns:a16="http://schemas.microsoft.com/office/drawing/2014/main" id="{E447601E-1164-4760-848A-30A274280513}"/>
              </a:ext>
            </a:extLst>
          </p:cNvPr>
          <p:cNvGrpSpPr/>
          <p:nvPr/>
        </p:nvGrpSpPr>
        <p:grpSpPr>
          <a:xfrm>
            <a:off x="7092873" y="454871"/>
            <a:ext cx="2483714" cy="993485"/>
            <a:chOff x="6708819" y="676022"/>
            <a:chExt cx="2483714" cy="993485"/>
          </a:xfrm>
        </p:grpSpPr>
        <p:sp>
          <p:nvSpPr>
            <p:cNvPr id="37" name="Arrow: Chevron 36">
              <a:extLst>
                <a:ext uri="{FF2B5EF4-FFF2-40B4-BE49-F238E27FC236}">
                  <a16:creationId xmlns:a16="http://schemas.microsoft.com/office/drawing/2014/main" id="{8BCADE31-FF3D-4A24-8C1D-5ACD27AB0809}"/>
                </a:ext>
              </a:extLst>
            </p:cNvPr>
            <p:cNvSpPr/>
            <p:nvPr/>
          </p:nvSpPr>
          <p:spPr>
            <a:xfrm>
              <a:off x="6708819" y="676022"/>
              <a:ext cx="2483714" cy="993485"/>
            </a:xfrm>
            <a:prstGeom prst="chevron">
              <a:avLst/>
            </a:prstGeom>
            <a:solidFill>
              <a:schemeClr val="accent3">
                <a:hueOff val="4245554"/>
                <a:satOff val="-3888"/>
                <a:lumOff val="-15843"/>
                <a:alpha val="50000"/>
              </a:schemeClr>
            </a:solidFill>
          </p:spPr>
          <p:style>
            <a:lnRef idx="2">
              <a:schemeClr val="lt1">
                <a:hueOff val="0"/>
                <a:satOff val="0"/>
                <a:lumOff val="0"/>
                <a:alphaOff val="0"/>
              </a:schemeClr>
            </a:lnRef>
            <a:fillRef idx="1">
              <a:scrgbClr r="0" g="0" b="0"/>
            </a:fillRef>
            <a:effectRef idx="0">
              <a:schemeClr val="accent3">
                <a:hueOff val="2032949"/>
                <a:satOff val="75000"/>
                <a:lumOff val="-11029"/>
                <a:alphaOff val="0"/>
              </a:schemeClr>
            </a:effectRef>
            <a:fontRef idx="minor">
              <a:schemeClr val="lt1"/>
            </a:fontRef>
          </p:style>
        </p:sp>
        <p:sp>
          <p:nvSpPr>
            <p:cNvPr id="38" name="Arrow: Chevron 10">
              <a:extLst>
                <a:ext uri="{FF2B5EF4-FFF2-40B4-BE49-F238E27FC236}">
                  <a16:creationId xmlns:a16="http://schemas.microsoft.com/office/drawing/2014/main" id="{DACFEA34-9A06-410A-85E1-C962A2E130C0}"/>
                </a:ext>
              </a:extLst>
            </p:cNvPr>
            <p:cNvSpPr txBox="1"/>
            <p:nvPr/>
          </p:nvSpPr>
          <p:spPr>
            <a:xfrm>
              <a:off x="7205562" y="676022"/>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kern="1200" dirty="0"/>
                <a:t>Sample Size Selection</a:t>
              </a:r>
              <a:endParaRPr lang="en-US" sz="2000" kern="1200" dirty="0"/>
            </a:p>
          </p:txBody>
        </p:sp>
      </p:grpSp>
      <p:grpSp>
        <p:nvGrpSpPr>
          <p:cNvPr id="34" name="Group 33">
            <a:extLst>
              <a:ext uri="{FF2B5EF4-FFF2-40B4-BE49-F238E27FC236}">
                <a16:creationId xmlns:a16="http://schemas.microsoft.com/office/drawing/2014/main" id="{1090BE66-DF57-4407-925E-C80DC63F2267}"/>
              </a:ext>
            </a:extLst>
          </p:cNvPr>
          <p:cNvGrpSpPr/>
          <p:nvPr/>
        </p:nvGrpSpPr>
        <p:grpSpPr>
          <a:xfrm>
            <a:off x="9328216" y="454871"/>
            <a:ext cx="2483714" cy="993485"/>
            <a:chOff x="8944162" y="676022"/>
            <a:chExt cx="2483714" cy="993485"/>
          </a:xfrm>
        </p:grpSpPr>
        <p:sp>
          <p:nvSpPr>
            <p:cNvPr id="35" name="Arrow: Chevron 34">
              <a:extLst>
                <a:ext uri="{FF2B5EF4-FFF2-40B4-BE49-F238E27FC236}">
                  <a16:creationId xmlns:a16="http://schemas.microsoft.com/office/drawing/2014/main" id="{E486BF54-C4CD-4CF2-881A-E2EA385AF5B0}"/>
                </a:ext>
              </a:extLst>
            </p:cNvPr>
            <p:cNvSpPr/>
            <p:nvPr/>
          </p:nvSpPr>
          <p:spPr>
            <a:xfrm>
              <a:off x="8944162" y="676022"/>
              <a:ext cx="2483714" cy="993485"/>
            </a:xfrm>
            <a:prstGeom prst="chevron">
              <a:avLst/>
            </a:prstGeom>
            <a:ln w="57150"/>
          </p:spPr>
          <p:style>
            <a:lnRef idx="2">
              <a:scrgbClr r="0" g="0" b="0"/>
            </a:lnRef>
            <a:fillRef idx="1">
              <a:schemeClr val="accent3">
                <a:hueOff val="2710599"/>
                <a:satOff val="100000"/>
                <a:lumOff val="-14706"/>
                <a:alphaOff val="0"/>
              </a:schemeClr>
            </a:fillRef>
            <a:effectRef idx="0">
              <a:schemeClr val="accent3">
                <a:hueOff val="2710599"/>
                <a:satOff val="100000"/>
                <a:lumOff val="-14706"/>
                <a:alphaOff val="0"/>
              </a:schemeClr>
            </a:effectRef>
            <a:fontRef idx="minor">
              <a:schemeClr val="lt1"/>
            </a:fontRef>
          </p:style>
        </p:sp>
        <p:sp>
          <p:nvSpPr>
            <p:cNvPr id="36" name="Arrow: Chevron 12">
              <a:extLst>
                <a:ext uri="{FF2B5EF4-FFF2-40B4-BE49-F238E27FC236}">
                  <a16:creationId xmlns:a16="http://schemas.microsoft.com/office/drawing/2014/main" id="{C217E210-C357-40A4-AE97-6CEE8DB3FB5A}"/>
                </a:ext>
              </a:extLst>
            </p:cNvPr>
            <p:cNvSpPr txBox="1"/>
            <p:nvPr/>
          </p:nvSpPr>
          <p:spPr>
            <a:xfrm>
              <a:off x="9440905" y="676022"/>
              <a:ext cx="1490229" cy="9934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IN" sz="2000" b="1" u="sng" kern="1200" dirty="0"/>
                <a:t>Uplift Calculation</a:t>
              </a:r>
              <a:endParaRPr lang="en-US" sz="2000" b="1" u="sng" kern="1200" dirty="0"/>
            </a:p>
          </p:txBody>
        </p:sp>
      </p:grpSp>
    </p:spTree>
    <p:extLst>
      <p:ext uri="{BB962C8B-B14F-4D97-AF65-F5344CB8AC3E}">
        <p14:creationId xmlns:p14="http://schemas.microsoft.com/office/powerpoint/2010/main" val="3524138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ED3CAB99-DD3B-4175-9C6C-E4460082A8F8}"/>
              </a:ext>
            </a:extLst>
          </p:cNvPr>
          <p:cNvGraphicFramePr/>
          <p:nvPr>
            <p:extLst>
              <p:ext uri="{D42A27DB-BD31-4B8C-83A1-F6EECF244321}">
                <p14:modId xmlns:p14="http://schemas.microsoft.com/office/powerpoint/2010/main" val="93729378"/>
              </p:ext>
            </p:extLst>
          </p:nvPr>
        </p:nvGraphicFramePr>
        <p:xfrm>
          <a:off x="380666" y="-186670"/>
          <a:ext cx="11430668" cy="2345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7" name="Table 26">
            <a:extLst>
              <a:ext uri="{FF2B5EF4-FFF2-40B4-BE49-F238E27FC236}">
                <a16:creationId xmlns:a16="http://schemas.microsoft.com/office/drawing/2014/main" id="{454AAB3F-7420-4E9F-8E34-EF5591320DDD}"/>
              </a:ext>
            </a:extLst>
          </p:cNvPr>
          <p:cNvGraphicFramePr>
            <a:graphicFrameLocks noGrp="1"/>
          </p:cNvGraphicFramePr>
          <p:nvPr>
            <p:extLst>
              <p:ext uri="{D42A27DB-BD31-4B8C-83A1-F6EECF244321}">
                <p14:modId xmlns:p14="http://schemas.microsoft.com/office/powerpoint/2010/main" val="1409253439"/>
              </p:ext>
            </p:extLst>
          </p:nvPr>
        </p:nvGraphicFramePr>
        <p:xfrm>
          <a:off x="7765556" y="2223231"/>
          <a:ext cx="4095442" cy="3540494"/>
        </p:xfrm>
        <a:graphic>
          <a:graphicData uri="http://schemas.openxmlformats.org/drawingml/2006/table">
            <a:tbl>
              <a:tblPr/>
              <a:tblGrid>
                <a:gridCol w="752520">
                  <a:extLst>
                    <a:ext uri="{9D8B030D-6E8A-4147-A177-3AD203B41FA5}">
                      <a16:colId xmlns:a16="http://schemas.microsoft.com/office/drawing/2014/main" val="2335464451"/>
                    </a:ext>
                  </a:extLst>
                </a:gridCol>
                <a:gridCol w="1751054">
                  <a:extLst>
                    <a:ext uri="{9D8B030D-6E8A-4147-A177-3AD203B41FA5}">
                      <a16:colId xmlns:a16="http://schemas.microsoft.com/office/drawing/2014/main" val="2294525487"/>
                    </a:ext>
                  </a:extLst>
                </a:gridCol>
                <a:gridCol w="810406">
                  <a:extLst>
                    <a:ext uri="{9D8B030D-6E8A-4147-A177-3AD203B41FA5}">
                      <a16:colId xmlns:a16="http://schemas.microsoft.com/office/drawing/2014/main" val="103289101"/>
                    </a:ext>
                  </a:extLst>
                </a:gridCol>
                <a:gridCol w="303902">
                  <a:extLst>
                    <a:ext uri="{9D8B030D-6E8A-4147-A177-3AD203B41FA5}">
                      <a16:colId xmlns:a16="http://schemas.microsoft.com/office/drawing/2014/main" val="3584869617"/>
                    </a:ext>
                  </a:extLst>
                </a:gridCol>
                <a:gridCol w="477560">
                  <a:extLst>
                    <a:ext uri="{9D8B030D-6E8A-4147-A177-3AD203B41FA5}">
                      <a16:colId xmlns:a16="http://schemas.microsoft.com/office/drawing/2014/main" val="2962735571"/>
                    </a:ext>
                  </a:extLst>
                </a:gridCol>
              </a:tblGrid>
              <a:tr h="251600">
                <a:tc>
                  <a:txBody>
                    <a:bodyPr/>
                    <a:lstStyle/>
                    <a:p>
                      <a:pPr algn="ctr" fontAlgn="ctr"/>
                      <a:r>
                        <a:rPr lang="en-US" sz="800" b="0" i="0" u="none" strike="noStrike" dirty="0">
                          <a:solidFill>
                            <a:srgbClr val="FFFFFF"/>
                          </a:solidFill>
                          <a:effectLst/>
                          <a:latin typeface="Calibri" panose="020F0502020204030204" pitchFamily="34" charset="0"/>
                        </a:rPr>
                        <a:t>Card Code</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800" b="0" i="0" u="none" strike="noStrike">
                          <a:solidFill>
                            <a:srgbClr val="FFFFFF"/>
                          </a:solidFill>
                          <a:effectLst/>
                          <a:latin typeface="Calibri" panose="020F0502020204030204" pitchFamily="34" charset="0"/>
                        </a:rPr>
                        <a:t>Uplift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800" b="0" i="0" u="none" strike="noStrike" dirty="0">
                          <a:solidFill>
                            <a:srgbClr val="FFFFFF"/>
                          </a:solidFill>
                          <a:effectLst/>
                          <a:latin typeface="Calibri" panose="020F0502020204030204" pitchFamily="34" charset="0"/>
                        </a:rPr>
                        <a:t>Campaign Sales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800" b="0" i="0" u="none" strike="noStrike" dirty="0">
                          <a:solidFill>
                            <a:srgbClr val="FFFFFF"/>
                          </a:solidFill>
                          <a:effectLst/>
                          <a:latin typeface="Calibri" panose="020F0502020204030204" pitchFamily="34" charset="0"/>
                        </a:rPr>
                        <a:t> mc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D0D0D"/>
                    </a:solidFill>
                  </a:tcPr>
                </a:tc>
                <a:tc>
                  <a:txBody>
                    <a:bodyPr/>
                    <a:lstStyle/>
                    <a:p>
                      <a:pPr algn="ctr" fontAlgn="ctr"/>
                      <a:r>
                        <a:rPr lang="en-US" sz="800" b="0" i="0" u="none" strike="noStrike" dirty="0">
                          <a:solidFill>
                            <a:srgbClr val="FFFFFF"/>
                          </a:solidFill>
                          <a:effectLst/>
                          <a:latin typeface="Calibri" panose="020F0502020204030204" pitchFamily="34" charset="0"/>
                        </a:rPr>
                        <a:t>Loyalty</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D0D0D"/>
                    </a:solidFill>
                  </a:tcPr>
                </a:tc>
                <a:extLst>
                  <a:ext uri="{0D108BD9-81ED-4DB2-BD59-A6C34878D82A}">
                    <a16:rowId xmlns:a16="http://schemas.microsoft.com/office/drawing/2014/main" val="554116135"/>
                  </a:ext>
                </a:extLst>
              </a:tr>
              <a:tr h="159455">
                <a:tc>
                  <a:txBody>
                    <a:bodyPr/>
                    <a:lstStyle/>
                    <a:p>
                      <a:pPr algn="ctr" fontAlgn="ctr"/>
                      <a:r>
                        <a:rPr lang="en-US" sz="800" b="0" i="0" u="none" strike="noStrike" dirty="0">
                          <a:solidFill>
                            <a:srgbClr val="000000"/>
                          </a:solidFill>
                          <a:effectLst/>
                          <a:latin typeface="Calibri" panose="020F0502020204030204" pitchFamily="34" charset="0"/>
                        </a:rPr>
                        <a:t>1002</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                                    1,635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          7,975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VL</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8423374"/>
                  </a:ext>
                </a:extLst>
              </a:tr>
              <a:tr h="159455">
                <a:tc>
                  <a:txBody>
                    <a:bodyPr/>
                    <a:lstStyle/>
                    <a:p>
                      <a:pPr algn="ctr" fontAlgn="ctr"/>
                      <a:r>
                        <a:rPr lang="en-US" sz="800" b="0" i="0" u="none" strike="noStrike" dirty="0">
                          <a:solidFill>
                            <a:srgbClr val="000000"/>
                          </a:solidFill>
                          <a:effectLst/>
                          <a:latin typeface="Calibri" panose="020F0502020204030204" pitchFamily="34" charset="0"/>
                        </a:rPr>
                        <a:t>1070</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1,270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          7,401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VL</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0186332"/>
                  </a:ext>
                </a:extLst>
              </a:tr>
              <a:tr h="159455">
                <a:tc>
                  <a:txBody>
                    <a:bodyPr/>
                    <a:lstStyle/>
                    <a:p>
                      <a:pPr algn="ctr" fontAlgn="ctr"/>
                      <a:r>
                        <a:rPr lang="en-US" sz="800" b="0" i="0" u="none" strike="noStrike" dirty="0">
                          <a:solidFill>
                            <a:srgbClr val="000000"/>
                          </a:solidFill>
                          <a:effectLst/>
                          <a:latin typeface="Calibri" panose="020F0502020204030204" pitchFamily="34" charset="0"/>
                        </a:rPr>
                        <a:t>1055</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1,241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36,808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PR</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3366147"/>
                  </a:ext>
                </a:extLst>
              </a:tr>
              <a:tr h="159455">
                <a:tc>
                  <a:txBody>
                    <a:bodyPr/>
                    <a:lstStyle/>
                    <a:p>
                      <a:pPr algn="ctr" fontAlgn="ctr"/>
                      <a:r>
                        <a:rPr lang="en-US" sz="800" b="0" i="0" u="none" strike="noStrike" dirty="0">
                          <a:solidFill>
                            <a:srgbClr val="000000"/>
                          </a:solidFill>
                          <a:effectLst/>
                          <a:latin typeface="Calibri" panose="020F0502020204030204" pitchFamily="34" charset="0"/>
                        </a:rPr>
                        <a:t>1062</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993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6,453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VL</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2677411"/>
                  </a:ext>
                </a:extLst>
              </a:tr>
              <a:tr h="159455">
                <a:tc>
                  <a:txBody>
                    <a:bodyPr/>
                    <a:lstStyle/>
                    <a:p>
                      <a:pPr algn="ctr" fontAlgn="ctr"/>
                      <a:r>
                        <a:rPr lang="en-US" sz="800" b="0" i="0" u="none" strike="noStrike" dirty="0">
                          <a:solidFill>
                            <a:srgbClr val="000000"/>
                          </a:solidFill>
                          <a:effectLst/>
                          <a:latin typeface="Calibri" panose="020F0502020204030204" pitchFamily="34" charset="0"/>
                        </a:rPr>
                        <a:t>1087</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                                    1,332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19,381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    VL</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3857575"/>
                  </a:ext>
                </a:extLst>
              </a:tr>
              <a:tr h="159455">
                <a:tc>
                  <a:txBody>
                    <a:bodyPr/>
                    <a:lstStyle/>
                    <a:p>
                      <a:pPr algn="ctr" fontAlgn="ctr"/>
                      <a:r>
                        <a:rPr lang="en-US" sz="800" b="0" i="0" u="none" strike="noStrike" dirty="0">
                          <a:solidFill>
                            <a:srgbClr val="000000"/>
                          </a:solidFill>
                          <a:effectLst/>
                          <a:latin typeface="Calibri" panose="020F0502020204030204" pitchFamily="34" charset="0"/>
                        </a:rPr>
                        <a:t>1042</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                                    1,295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59,000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PR</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0011062"/>
                  </a:ext>
                </a:extLst>
              </a:tr>
              <a:tr h="159455">
                <a:tc>
                  <a:txBody>
                    <a:bodyPr/>
                    <a:lstStyle/>
                    <a:p>
                      <a:pPr algn="ctr" fontAlgn="ctr"/>
                      <a:r>
                        <a:rPr lang="en-US" sz="800" b="0" i="0" u="none" strike="noStrike" dirty="0">
                          <a:solidFill>
                            <a:srgbClr val="000000"/>
                          </a:solidFill>
                          <a:effectLst/>
                          <a:latin typeface="Calibri" panose="020F0502020204030204" pitchFamily="34" charset="0"/>
                        </a:rPr>
                        <a:t>1032</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1,465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12,107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VL</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864175"/>
                  </a:ext>
                </a:extLst>
              </a:tr>
              <a:tr h="159455">
                <a:tc>
                  <a:txBody>
                    <a:bodyPr/>
                    <a:lstStyle/>
                    <a:p>
                      <a:pPr algn="ctr" fontAlgn="ctr"/>
                      <a:r>
                        <a:rPr lang="en-US" sz="800" b="0" i="0" u="none" strike="noStrike" dirty="0">
                          <a:solidFill>
                            <a:srgbClr val="000000"/>
                          </a:solidFill>
                          <a:effectLst/>
                          <a:latin typeface="Calibri" panose="020F0502020204030204" pitchFamily="34" charset="0"/>
                        </a:rPr>
                        <a:t>1019</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795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28,665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PR</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3908242"/>
                  </a:ext>
                </a:extLst>
              </a:tr>
              <a:tr h="159455">
                <a:tc>
                  <a:txBody>
                    <a:bodyPr/>
                    <a:lstStyle/>
                    <a:p>
                      <a:pPr algn="ctr" fontAlgn="ctr"/>
                      <a:r>
                        <a:rPr lang="en-US" sz="800" b="0" i="0" u="none" strike="noStrike" dirty="0">
                          <a:solidFill>
                            <a:srgbClr val="000000"/>
                          </a:solidFill>
                          <a:effectLst/>
                          <a:latin typeface="Calibri" panose="020F0502020204030204" pitchFamily="34" charset="0"/>
                        </a:rPr>
                        <a:t>1041</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1,667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30,067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PO</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0919350"/>
                  </a:ext>
                </a:extLst>
              </a:tr>
              <a:tr h="159455">
                <a:tc>
                  <a:txBody>
                    <a:bodyPr/>
                    <a:lstStyle/>
                    <a:p>
                      <a:pPr algn="ctr" fontAlgn="ctr"/>
                      <a:r>
                        <a:rPr lang="en-US" sz="800" b="0" i="0" u="none" strike="noStrike" dirty="0">
                          <a:solidFill>
                            <a:srgbClr val="000000"/>
                          </a:solidFill>
                          <a:effectLst/>
                          <a:latin typeface="Calibri" panose="020F0502020204030204" pitchFamily="34" charset="0"/>
                        </a:rPr>
                        <a:t>1010</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1,420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6,438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PO</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8102550"/>
                  </a:ext>
                </a:extLst>
              </a:tr>
              <a:tr h="159455">
                <a:tc>
                  <a:txBody>
                    <a:bodyPr/>
                    <a:lstStyle/>
                    <a:p>
                      <a:pPr algn="ctr" fontAlgn="ctr"/>
                      <a:r>
                        <a:rPr lang="en-US" sz="800" b="0" i="0" u="none" strike="noStrike" dirty="0">
                          <a:solidFill>
                            <a:srgbClr val="000000"/>
                          </a:solidFill>
                          <a:effectLst/>
                          <a:latin typeface="Calibri" panose="020F0502020204030204" pitchFamily="34" charset="0"/>
                        </a:rPr>
                        <a:t>1017</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1,172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38,102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VL</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5591479"/>
                  </a:ext>
                </a:extLst>
              </a:tr>
              <a:tr h="159455">
                <a:tc>
                  <a:txBody>
                    <a:bodyPr/>
                    <a:lstStyle/>
                    <a:p>
                      <a:pPr algn="ctr" fontAlgn="ctr"/>
                      <a:r>
                        <a:rPr lang="en-US" sz="800" b="0" i="0" u="none" strike="noStrike" dirty="0">
                          <a:solidFill>
                            <a:srgbClr val="000000"/>
                          </a:solidFill>
                          <a:effectLst/>
                          <a:latin typeface="Calibri" panose="020F0502020204030204" pitchFamily="34" charset="0"/>
                        </a:rPr>
                        <a:t>1018</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1,558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4,490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VL</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6215512"/>
                  </a:ext>
                </a:extLst>
              </a:tr>
              <a:tr h="159455">
                <a:tc>
                  <a:txBody>
                    <a:bodyPr/>
                    <a:lstStyle/>
                    <a:p>
                      <a:pPr algn="ctr" fontAlgn="ctr"/>
                      <a:r>
                        <a:rPr lang="en-US" sz="800" b="0" i="0" u="none" strike="noStrike" dirty="0">
                          <a:solidFill>
                            <a:srgbClr val="000000"/>
                          </a:solidFill>
                          <a:effectLst/>
                          <a:latin typeface="Calibri" panose="020F0502020204030204" pitchFamily="34" charset="0"/>
                        </a:rPr>
                        <a:t>1049</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1,061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30,966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PR</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4961265"/>
                  </a:ext>
                </a:extLst>
              </a:tr>
              <a:tr h="159455">
                <a:tc>
                  <a:txBody>
                    <a:bodyPr/>
                    <a:lstStyle/>
                    <a:p>
                      <a:pPr algn="ctr" fontAlgn="ctr"/>
                      <a:r>
                        <a:rPr lang="en-US" sz="800" b="0" i="0" u="none" strike="noStrike" dirty="0">
                          <a:solidFill>
                            <a:srgbClr val="000000"/>
                          </a:solidFill>
                          <a:effectLst/>
                          <a:latin typeface="Calibri" panose="020F0502020204030204" pitchFamily="34" charset="0"/>
                        </a:rPr>
                        <a:t>1028</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                                    1,458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28,111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PO</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94430"/>
                  </a:ext>
                </a:extLst>
              </a:tr>
              <a:tr h="159455">
                <a:tc>
                  <a:txBody>
                    <a:bodyPr/>
                    <a:lstStyle/>
                    <a:p>
                      <a:pPr algn="ctr" fontAlgn="ctr"/>
                      <a:r>
                        <a:rPr lang="en-US" sz="800" b="0" i="0" u="none" strike="noStrike" dirty="0">
                          <a:solidFill>
                            <a:srgbClr val="000000"/>
                          </a:solidFill>
                          <a:effectLst/>
                          <a:latin typeface="Calibri" panose="020F0502020204030204" pitchFamily="34" charset="0"/>
                        </a:rPr>
                        <a:t>1056</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1,546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18,913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    PR</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2266414"/>
                  </a:ext>
                </a:extLst>
              </a:tr>
              <a:tr h="159455">
                <a:tc>
                  <a:txBody>
                    <a:bodyPr/>
                    <a:lstStyle/>
                    <a:p>
                      <a:pPr algn="ctr" fontAlgn="ctr"/>
                      <a:r>
                        <a:rPr lang="en-US" sz="800" b="0" i="0" u="none" strike="noStrike" dirty="0">
                          <a:solidFill>
                            <a:srgbClr val="000000"/>
                          </a:solidFill>
                          <a:effectLst/>
                          <a:latin typeface="Calibri" panose="020F0502020204030204" pitchFamily="34" charset="0"/>
                        </a:rPr>
                        <a:t>1004</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1,121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14,836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PR</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1642640"/>
                  </a:ext>
                </a:extLst>
              </a:tr>
              <a:tr h="159455">
                <a:tc>
                  <a:txBody>
                    <a:bodyPr/>
                    <a:lstStyle/>
                    <a:p>
                      <a:pPr algn="ctr" fontAlgn="ctr"/>
                      <a:r>
                        <a:rPr lang="en-US" sz="800" b="0" i="0" u="none" strike="noStrike" dirty="0">
                          <a:solidFill>
                            <a:srgbClr val="000000"/>
                          </a:solidFill>
                          <a:effectLst/>
                          <a:latin typeface="Calibri" panose="020F0502020204030204" pitchFamily="34" charset="0"/>
                        </a:rPr>
                        <a:t>1005</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907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46,371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PR</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5827972"/>
                  </a:ext>
                </a:extLst>
              </a:tr>
              <a:tr h="159455">
                <a:tc>
                  <a:txBody>
                    <a:bodyPr/>
                    <a:lstStyle/>
                    <a:p>
                      <a:pPr algn="ctr" fontAlgn="ctr"/>
                      <a:r>
                        <a:rPr lang="en-US" sz="800" b="0" i="0" u="none" strike="noStrike" dirty="0">
                          <a:solidFill>
                            <a:srgbClr val="000000"/>
                          </a:solidFill>
                          <a:effectLst/>
                          <a:latin typeface="Calibri" panose="020F0502020204030204" pitchFamily="34" charset="0"/>
                        </a:rPr>
                        <a:t>1057</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1,172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25,044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PR</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336108"/>
                  </a:ext>
                </a:extLst>
              </a:tr>
              <a:tr h="159455">
                <a:tc>
                  <a:txBody>
                    <a:bodyPr/>
                    <a:lstStyle/>
                    <a:p>
                      <a:pPr algn="ctr" fontAlgn="ctr"/>
                      <a:r>
                        <a:rPr lang="en-US" sz="800" b="0" i="0" u="none" strike="noStrike" dirty="0">
                          <a:solidFill>
                            <a:srgbClr val="000000"/>
                          </a:solidFill>
                          <a:effectLst/>
                          <a:latin typeface="Calibri" panose="020F0502020204030204" pitchFamily="34" charset="0"/>
                        </a:rPr>
                        <a:t>1069</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1,337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9,414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VL</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2955239"/>
                  </a:ext>
                </a:extLst>
              </a:tr>
              <a:tr h="159455">
                <a:tc>
                  <a:txBody>
                    <a:bodyPr/>
                    <a:lstStyle/>
                    <a:p>
                      <a:pPr algn="ctr" fontAlgn="ctr"/>
                      <a:r>
                        <a:rPr lang="en-US" sz="800" b="0" i="0" u="none" strike="noStrike" dirty="0">
                          <a:solidFill>
                            <a:srgbClr val="000000"/>
                          </a:solidFill>
                          <a:effectLst/>
                          <a:latin typeface="Calibri" panose="020F0502020204030204" pitchFamily="34" charset="0"/>
                        </a:rPr>
                        <a:t>1003</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960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29,750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Calibri" panose="020F0502020204030204" pitchFamily="34" charset="0"/>
                        </a:rPr>
                        <a:t>    PR</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079529"/>
                  </a:ext>
                </a:extLst>
              </a:tr>
              <a:tr h="99794">
                <a:tc>
                  <a:txBody>
                    <a:bodyPr/>
                    <a:lstStyle/>
                    <a:p>
                      <a:pPr algn="ctr" fontAlgn="ctr"/>
                      <a:r>
                        <a:rPr lang="en-US" sz="800" b="0" i="0" u="none" strike="noStrike" dirty="0">
                          <a:solidFill>
                            <a:srgbClr val="000000"/>
                          </a:solidFill>
                          <a:effectLst/>
                          <a:latin typeface="Calibri" panose="020F0502020204030204" pitchFamily="34" charset="0"/>
                        </a:rPr>
                        <a:t>…</a:t>
                      </a:r>
                    </a:p>
                  </a:txBody>
                  <a:tcPr marL="6350" marR="6350" marT="6350" marB="0" vert="wordArtVert"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a:t>
                      </a:r>
                    </a:p>
                  </a:txBody>
                  <a:tcPr marL="6350" marR="6350" marT="6350" marB="0" vert="wordArtVert"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a:t>
                      </a:r>
                    </a:p>
                  </a:txBody>
                  <a:tcPr marL="6350" marR="6350" marT="6350" marB="0" vert="wordArtVert"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a:t>
                      </a:r>
                    </a:p>
                  </a:txBody>
                  <a:tcPr marL="6350" marR="6350" marT="6350" marB="0" vert="wordArtVert"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Calibri" panose="020F0502020204030204" pitchFamily="34" charset="0"/>
                        </a:rPr>
                        <a:t>…</a:t>
                      </a:r>
                    </a:p>
                  </a:txBody>
                  <a:tcPr marL="6350" marR="6350" marT="6350" marB="0" vert="wordArtVert"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3140891"/>
                  </a:ext>
                </a:extLst>
              </a:tr>
            </a:tbl>
          </a:graphicData>
        </a:graphic>
      </p:graphicFrame>
      <p:sp>
        <p:nvSpPr>
          <p:cNvPr id="28" name="Rectangle: Rounded Corners 27">
            <a:extLst>
              <a:ext uri="{FF2B5EF4-FFF2-40B4-BE49-F238E27FC236}">
                <a16:creationId xmlns:a16="http://schemas.microsoft.com/office/drawing/2014/main" id="{B0870E0D-C104-4DA7-94D1-8AC9C89AD5F1}"/>
              </a:ext>
            </a:extLst>
          </p:cNvPr>
          <p:cNvSpPr/>
          <p:nvPr/>
        </p:nvSpPr>
        <p:spPr>
          <a:xfrm>
            <a:off x="8597820" y="2223232"/>
            <a:ext cx="1685246" cy="3529782"/>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E617FEA-8F86-4274-9D8D-6FCA9034EB59}"/>
              </a:ext>
            </a:extLst>
          </p:cNvPr>
          <p:cNvSpPr txBox="1"/>
          <p:nvPr/>
        </p:nvSpPr>
        <p:spPr>
          <a:xfrm>
            <a:off x="5640456" y="2787926"/>
            <a:ext cx="914400" cy="914400"/>
          </a:xfrm>
          <a:prstGeom prst="rect">
            <a:avLst/>
          </a:prstGeom>
        </p:spPr>
        <p:txBody>
          <a:bodyPr wrap="square" lIns="0" tIns="0" rIns="0" bIns="0" rtlCol="0" anchor="t">
            <a:normAutofit/>
          </a:bodyPr>
          <a:lstStyle/>
          <a:p>
            <a:pPr algn="l"/>
            <a:endParaRPr lang="en-US" sz="2000" b="0" dirty="0"/>
          </a:p>
        </p:txBody>
      </p:sp>
      <p:sp>
        <p:nvSpPr>
          <p:cNvPr id="14" name="TextBox 13">
            <a:extLst>
              <a:ext uri="{FF2B5EF4-FFF2-40B4-BE49-F238E27FC236}">
                <a16:creationId xmlns:a16="http://schemas.microsoft.com/office/drawing/2014/main" id="{5B82EA51-D6E7-4EC6-B065-487E1624A584}"/>
              </a:ext>
            </a:extLst>
          </p:cNvPr>
          <p:cNvSpPr txBox="1"/>
          <p:nvPr/>
        </p:nvSpPr>
        <p:spPr>
          <a:xfrm>
            <a:off x="720012" y="1990011"/>
            <a:ext cx="5123237" cy="2345531"/>
          </a:xfrm>
          <a:prstGeom prst="rect">
            <a:avLst/>
          </a:prstGeom>
        </p:spPr>
        <p:txBody>
          <a:bodyPr wrap="square" lIns="0" tIns="0" rIns="0" bIns="0" rtlCol="0" anchor="t">
            <a:normAutofit/>
          </a:bodyPr>
          <a:lstStyle/>
          <a:p>
            <a:pPr marL="342900" indent="-342900" algn="l">
              <a:buFont typeface="Arial" panose="020B0604020202020204" pitchFamily="34" charset="0"/>
              <a:buChar char="•"/>
            </a:pPr>
            <a:r>
              <a:rPr lang="en-IN" sz="2000" dirty="0"/>
              <a:t>All the outlier customers are flagged.</a:t>
            </a:r>
          </a:p>
          <a:p>
            <a:pPr algn="l"/>
            <a:endParaRPr lang="en-US" sz="2000" dirty="0"/>
          </a:p>
          <a:p>
            <a:pPr marL="342900" indent="-342900" algn="l">
              <a:buFont typeface="Arial" panose="020B0604020202020204" pitchFamily="34" charset="0"/>
              <a:buChar char="•"/>
            </a:pPr>
            <a:r>
              <a:rPr lang="en-US" sz="2000" dirty="0"/>
              <a:t>Individual customer uplift is returned, along with total uplift, sum of (individual customer uplift).</a:t>
            </a:r>
          </a:p>
          <a:p>
            <a:pPr marL="342900" indent="-342900" algn="l">
              <a:buFont typeface="Arial" panose="020B0604020202020204" pitchFamily="34" charset="0"/>
              <a:buChar char="•"/>
            </a:pPr>
            <a:endParaRPr lang="en-US" sz="2000" dirty="0"/>
          </a:p>
          <a:p>
            <a:pPr marL="342900" indent="-342900" algn="l">
              <a:buFont typeface="Arial" panose="020B0604020202020204" pitchFamily="34" charset="0"/>
              <a:buChar char="•"/>
            </a:pPr>
            <a:endParaRPr lang="en-US" sz="2000" dirty="0"/>
          </a:p>
          <a:p>
            <a:pPr marL="342900" indent="-342900" algn="l">
              <a:buFont typeface="Arial" panose="020B0604020202020204" pitchFamily="34" charset="0"/>
              <a:buChar char="•"/>
            </a:pPr>
            <a:endParaRPr lang="en-IN" sz="2000" dirty="0"/>
          </a:p>
        </p:txBody>
      </p:sp>
      <p:graphicFrame>
        <p:nvGraphicFramePr>
          <p:cNvPr id="3" name="Table 2">
            <a:extLst>
              <a:ext uri="{FF2B5EF4-FFF2-40B4-BE49-F238E27FC236}">
                <a16:creationId xmlns:a16="http://schemas.microsoft.com/office/drawing/2014/main" id="{1582099C-8531-43AC-A99E-E029166C67C1}"/>
              </a:ext>
            </a:extLst>
          </p:cNvPr>
          <p:cNvGraphicFramePr>
            <a:graphicFrameLocks noGrp="1"/>
          </p:cNvGraphicFramePr>
          <p:nvPr>
            <p:extLst>
              <p:ext uri="{D42A27DB-BD31-4B8C-83A1-F6EECF244321}">
                <p14:modId xmlns:p14="http://schemas.microsoft.com/office/powerpoint/2010/main" val="3760790984"/>
              </p:ext>
            </p:extLst>
          </p:nvPr>
        </p:nvGraphicFramePr>
        <p:xfrm>
          <a:off x="585627" y="4273924"/>
          <a:ext cx="6842590" cy="1552734"/>
        </p:xfrm>
        <a:graphic>
          <a:graphicData uri="http://schemas.openxmlformats.org/drawingml/2006/table">
            <a:tbl>
              <a:tblPr>
                <a:tableStyleId>{93296810-A885-4BE3-A3E7-6D5BEEA58F35}</a:tableStyleId>
              </a:tblPr>
              <a:tblGrid>
                <a:gridCol w="1214560">
                  <a:extLst>
                    <a:ext uri="{9D8B030D-6E8A-4147-A177-3AD203B41FA5}">
                      <a16:colId xmlns:a16="http://schemas.microsoft.com/office/drawing/2014/main" val="3494093412"/>
                    </a:ext>
                  </a:extLst>
                </a:gridCol>
                <a:gridCol w="1009281">
                  <a:extLst>
                    <a:ext uri="{9D8B030D-6E8A-4147-A177-3AD203B41FA5}">
                      <a16:colId xmlns:a16="http://schemas.microsoft.com/office/drawing/2014/main" val="481285809"/>
                    </a:ext>
                  </a:extLst>
                </a:gridCol>
                <a:gridCol w="821111">
                  <a:extLst>
                    <a:ext uri="{9D8B030D-6E8A-4147-A177-3AD203B41FA5}">
                      <a16:colId xmlns:a16="http://schemas.microsoft.com/office/drawing/2014/main" val="3177049477"/>
                    </a:ext>
                  </a:extLst>
                </a:gridCol>
                <a:gridCol w="1334305">
                  <a:extLst>
                    <a:ext uri="{9D8B030D-6E8A-4147-A177-3AD203B41FA5}">
                      <a16:colId xmlns:a16="http://schemas.microsoft.com/office/drawing/2014/main" val="1308019021"/>
                    </a:ext>
                  </a:extLst>
                </a:gridCol>
                <a:gridCol w="821111">
                  <a:extLst>
                    <a:ext uri="{9D8B030D-6E8A-4147-A177-3AD203B41FA5}">
                      <a16:colId xmlns:a16="http://schemas.microsoft.com/office/drawing/2014/main" val="2267814334"/>
                    </a:ext>
                  </a:extLst>
                </a:gridCol>
                <a:gridCol w="821111">
                  <a:extLst>
                    <a:ext uri="{9D8B030D-6E8A-4147-A177-3AD203B41FA5}">
                      <a16:colId xmlns:a16="http://schemas.microsoft.com/office/drawing/2014/main" val="817220825"/>
                    </a:ext>
                  </a:extLst>
                </a:gridCol>
                <a:gridCol w="821111">
                  <a:extLst>
                    <a:ext uri="{9D8B030D-6E8A-4147-A177-3AD203B41FA5}">
                      <a16:colId xmlns:a16="http://schemas.microsoft.com/office/drawing/2014/main" val="2947105110"/>
                    </a:ext>
                  </a:extLst>
                </a:gridCol>
              </a:tblGrid>
              <a:tr h="889679">
                <a:tc>
                  <a:txBody>
                    <a:bodyPr/>
                    <a:lstStyle/>
                    <a:p>
                      <a:pPr algn="ctr" fontAlgn="ctr"/>
                      <a:r>
                        <a:rPr lang="en-US" sz="1600" u="none" strike="noStrike" dirty="0">
                          <a:effectLst/>
                        </a:rPr>
                        <a:t>Mean Uplift </a:t>
                      </a:r>
                      <a:endParaRPr lang="en-US" sz="1600" b="1"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US" sz="1600" u="none" strike="noStrike" dirty="0">
                          <a:effectLst/>
                        </a:rPr>
                        <a:t>Total uplift</a:t>
                      </a:r>
                      <a:endParaRPr lang="en-US" sz="1600" b="1"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US" sz="1600" u="none" strike="noStrike" dirty="0">
                          <a:effectLst/>
                        </a:rPr>
                        <a:t>Uplift %</a:t>
                      </a:r>
                      <a:endParaRPr lang="en-US" sz="1600" b="1"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US" sz="1600" u="none" strike="noStrike" dirty="0">
                          <a:effectLst/>
                        </a:rPr>
                        <a:t>Test sample </a:t>
                      </a:r>
                      <a:br>
                        <a:rPr lang="en-US" sz="1600" u="none" strike="noStrike" dirty="0">
                          <a:effectLst/>
                        </a:rPr>
                      </a:br>
                      <a:r>
                        <a:rPr lang="en-US" sz="1600" u="none" strike="noStrike" dirty="0">
                          <a:effectLst/>
                        </a:rPr>
                        <a:t>size</a:t>
                      </a:r>
                      <a:endParaRPr lang="en-US" sz="1600" b="1"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US" sz="1600" u="none" strike="noStrike" dirty="0">
                          <a:effectLst/>
                        </a:rPr>
                        <a:t>Control sample size</a:t>
                      </a:r>
                      <a:endParaRPr lang="en-US" sz="1600" b="1"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IN" sz="1600" u="none" strike="noStrike" dirty="0">
                          <a:effectLst/>
                        </a:rPr>
                        <a:t>P-</a:t>
                      </a:r>
                      <a:r>
                        <a:rPr lang="en-IN" sz="1600" u="none" strike="noStrike" dirty="0" err="1">
                          <a:effectLst/>
                        </a:rPr>
                        <a:t>val</a:t>
                      </a:r>
                      <a:r>
                        <a:rPr lang="en-IN" sz="1600" u="none" strike="noStrike" dirty="0">
                          <a:effectLst/>
                        </a:rPr>
                        <a:t> existing buyers model</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IN" sz="1600" u="none" strike="noStrike" dirty="0">
                          <a:effectLst/>
                        </a:rPr>
                        <a:t>P-</a:t>
                      </a:r>
                      <a:r>
                        <a:rPr lang="en-IN" sz="1600" u="none" strike="noStrike" dirty="0" err="1">
                          <a:effectLst/>
                        </a:rPr>
                        <a:t>val</a:t>
                      </a:r>
                      <a:r>
                        <a:rPr lang="en-IN" sz="1600" u="none" strike="noStrike" dirty="0">
                          <a:effectLst/>
                        </a:rPr>
                        <a:t> new buyers model</a:t>
                      </a:r>
                      <a:endParaRPr lang="en-US" sz="16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798651662"/>
                  </a:ext>
                </a:extLst>
              </a:tr>
              <a:tr h="571024">
                <a:tc>
                  <a:txBody>
                    <a:bodyPr/>
                    <a:lstStyle/>
                    <a:p>
                      <a:pPr algn="ctr" fontAlgn="ctr"/>
                      <a:r>
                        <a:rPr lang="en-US" sz="1600" u="none" strike="noStrike" dirty="0">
                          <a:effectLst/>
                        </a:rPr>
                        <a:t>3.09</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US" sz="1600" u="none" strike="noStrike" dirty="0">
                          <a:effectLst/>
                        </a:rPr>
                        <a:t>313,138.14</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US" sz="1600" u="none" strike="noStrike" dirty="0">
                          <a:effectLst/>
                        </a:rPr>
                        <a:t>0.328013</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US" sz="1600" u="none" strike="noStrike" dirty="0">
                          <a:effectLst/>
                        </a:rPr>
                        <a:t>3,232</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US" sz="1600" u="none" strike="noStrike" dirty="0">
                          <a:effectLst/>
                        </a:rPr>
                        <a:t>3,232</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US" sz="1600" u="none" strike="noStrike" dirty="0">
                          <a:effectLst/>
                        </a:rPr>
                        <a:t>0.00</a:t>
                      </a:r>
                      <a:endParaRPr lang="en-US" sz="16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US" sz="1600" u="none" strike="noStrike" dirty="0">
                          <a:effectLst/>
                        </a:rPr>
                        <a:t>0.034</a:t>
                      </a:r>
                      <a:endParaRPr lang="en-US" sz="16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69608936"/>
                  </a:ext>
                </a:extLst>
              </a:tr>
            </a:tbl>
          </a:graphicData>
        </a:graphic>
      </p:graphicFrame>
      <p:sp>
        <p:nvSpPr>
          <p:cNvPr id="4" name="Rectangle: Rounded Corners 3">
            <a:extLst>
              <a:ext uri="{FF2B5EF4-FFF2-40B4-BE49-F238E27FC236}">
                <a16:creationId xmlns:a16="http://schemas.microsoft.com/office/drawing/2014/main" id="{58C1494B-BD8A-4E47-A38A-87B8BE31AA84}"/>
              </a:ext>
            </a:extLst>
          </p:cNvPr>
          <p:cNvSpPr/>
          <p:nvPr/>
        </p:nvSpPr>
        <p:spPr>
          <a:xfrm>
            <a:off x="2560598" y="3739149"/>
            <a:ext cx="2496621" cy="497953"/>
          </a:xfrm>
          <a:prstGeom prst="round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dirty="0">
                <a:ln w="0"/>
                <a:solidFill>
                  <a:schemeClr val="tx1"/>
                </a:solidFill>
                <a:effectLst>
                  <a:outerShdw blurRad="38100" dist="19050" dir="2700000" algn="tl" rotWithShape="0">
                    <a:schemeClr val="dk1">
                      <a:alpha val="40000"/>
                    </a:schemeClr>
                  </a:outerShdw>
                </a:effectLst>
              </a:rPr>
              <a:t>Sample aggregate output</a:t>
            </a:r>
            <a:endParaRPr lang="en-US" dirty="0">
              <a:ln w="0"/>
              <a:solidFill>
                <a:schemeClr val="tx1"/>
              </a:solidFill>
              <a:effectLst>
                <a:outerShdw blurRad="38100" dist="19050" dir="2700000" algn="tl" rotWithShape="0">
                  <a:schemeClr val="dk1">
                    <a:alpha val="40000"/>
                  </a:schemeClr>
                </a:outerShdw>
              </a:effectLst>
            </a:endParaRPr>
          </a:p>
        </p:txBody>
      </p:sp>
      <p:sp>
        <p:nvSpPr>
          <p:cNvPr id="11" name="Rectangle: Rounded Corners 10">
            <a:extLst>
              <a:ext uri="{FF2B5EF4-FFF2-40B4-BE49-F238E27FC236}">
                <a16:creationId xmlns:a16="http://schemas.microsoft.com/office/drawing/2014/main" id="{377DF410-48F7-4775-A4D1-94B893EB3EF8}"/>
              </a:ext>
            </a:extLst>
          </p:cNvPr>
          <p:cNvSpPr/>
          <p:nvPr/>
        </p:nvSpPr>
        <p:spPr>
          <a:xfrm>
            <a:off x="8566042" y="1605072"/>
            <a:ext cx="2496621" cy="497953"/>
          </a:xfrm>
          <a:prstGeom prst="round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dirty="0">
                <a:ln w="0"/>
                <a:solidFill>
                  <a:schemeClr val="tx1"/>
                </a:solidFill>
                <a:effectLst>
                  <a:outerShdw blurRad="38100" dist="19050" dir="2700000" algn="tl" rotWithShape="0">
                    <a:schemeClr val="dk1">
                      <a:alpha val="40000"/>
                    </a:schemeClr>
                  </a:outerShdw>
                </a:effectLst>
              </a:rPr>
              <a:t>Sample customer output</a:t>
            </a: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372401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00444A-2BC7-4124-8B16-58A89AFB0BC9}"/>
              </a:ext>
            </a:extLst>
          </p:cNvPr>
          <p:cNvSpPr>
            <a:spLocks noGrp="1"/>
          </p:cNvSpPr>
          <p:nvPr>
            <p:ph type="title"/>
          </p:nvPr>
        </p:nvSpPr>
        <p:spPr>
          <a:xfrm>
            <a:off x="635000" y="640823"/>
            <a:ext cx="3418659" cy="5583148"/>
          </a:xfrm>
        </p:spPr>
        <p:txBody>
          <a:bodyPr vert="horz" lIns="91440" tIns="45720" rIns="91440" bIns="45720" rtlCol="0" anchor="ctr">
            <a:normAutofit/>
          </a:bodyPr>
          <a:lstStyle/>
          <a:p>
            <a:pPr>
              <a:lnSpc>
                <a:spcPct val="90000"/>
              </a:lnSpc>
            </a:pPr>
            <a:r>
              <a:rPr lang="en-US" sz="5400" kern="1200">
                <a:solidFill>
                  <a:schemeClr val="tx1"/>
                </a:solidFill>
                <a:latin typeface="+mj-lt"/>
                <a:ea typeface="+mj-ea"/>
                <a:cs typeface="+mj-cs"/>
              </a:rPr>
              <a:t>Why Robust Ancova?</a:t>
            </a:r>
          </a:p>
        </p:txBody>
      </p:sp>
      <p:sp>
        <p:nvSpPr>
          <p:cNvPr id="36"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B69B81EA-D994-48F1-B0D9-6F92ABA06A0F}"/>
              </a:ext>
            </a:extLst>
          </p:cNvPr>
          <p:cNvSpPr>
            <a:spLocks noGrp="1"/>
          </p:cNvSpPr>
          <p:nvPr>
            <p:ph type="ftr" sz="quarter" idx="16"/>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schemeClr val="tx1">
                    <a:tint val="75000"/>
                  </a:schemeClr>
                </a:solidFill>
                <a:latin typeface="+mn-lt"/>
                <a:ea typeface="+mn-ea"/>
                <a:cs typeface="+mn-cs"/>
              </a:rPr>
              <a:t>© 2021 Copyright dunnhumby / All rights reserved </a:t>
            </a:r>
          </a:p>
        </p:txBody>
      </p:sp>
      <p:sp>
        <p:nvSpPr>
          <p:cNvPr id="5" name="Slide Number Placeholder 4">
            <a:extLst>
              <a:ext uri="{FF2B5EF4-FFF2-40B4-BE49-F238E27FC236}">
                <a16:creationId xmlns:a16="http://schemas.microsoft.com/office/drawing/2014/main" id="{6CB535E6-6BC0-43BD-9F93-985848024EAE}"/>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D60DFF3B-7C2D-4FAA-AA61-E65C31541D4C}" type="slidenum">
              <a:rPr lang="en-US"/>
              <a:pPr>
                <a:spcAft>
                  <a:spcPts val="600"/>
                </a:spcAft>
                <a:defRPr/>
              </a:pPr>
              <a:t>22</a:t>
            </a:fld>
            <a:endParaRPr lang="en-US"/>
          </a:p>
        </p:txBody>
      </p:sp>
      <p:graphicFrame>
        <p:nvGraphicFramePr>
          <p:cNvPr id="7" name="Text Placeholder 2">
            <a:extLst>
              <a:ext uri="{FF2B5EF4-FFF2-40B4-BE49-F238E27FC236}">
                <a16:creationId xmlns:a16="http://schemas.microsoft.com/office/drawing/2014/main" id="{13BC2DD6-DADC-45C8-BBB9-6129A3A893BC}"/>
              </a:ext>
            </a:extLst>
          </p:cNvPr>
          <p:cNvGraphicFramePr/>
          <p:nvPr>
            <p:extLst>
              <p:ext uri="{D42A27DB-BD31-4B8C-83A1-F6EECF244321}">
                <p14:modId xmlns:p14="http://schemas.microsoft.com/office/powerpoint/2010/main" val="4137461202"/>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9278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24923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48E85B0E4E3264487D2C07A9842EE1C" ma:contentTypeVersion="15" ma:contentTypeDescription="Create a new document." ma:contentTypeScope="" ma:versionID="31b3e78f1cac4880e996671247ba8c5e">
  <xsd:schema xmlns:xsd="http://www.w3.org/2001/XMLSchema" xmlns:xs="http://www.w3.org/2001/XMLSchema" xmlns:p="http://schemas.microsoft.com/office/2006/metadata/properties" xmlns:ns2="b16c8f12-083b-4f06-87e7-3810e4af16ee" xmlns:ns3="9f426b14-54e6-4c68-b27e-d8d73329818f" targetNamespace="http://schemas.microsoft.com/office/2006/metadata/properties" ma:root="true" ma:fieldsID="0febc44392a5ad89c4b57b4fa5d8caea" ns2:_="" ns3:_="">
    <xsd:import namespace="b16c8f12-083b-4f06-87e7-3810e4af16ee"/>
    <xsd:import namespace="9f426b14-54e6-4c68-b27e-d8d73329818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6c8f12-083b-4f06-87e7-3810e4af1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f426b14-54e6-4c68-b27e-d8d73329818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53864C-1C32-4A75-AF5E-87385603526D}">
  <ds:schemaRefs>
    <ds:schemaRef ds:uri="http://schemas.microsoft.com/sharepoint/v3/contenttype/forms"/>
  </ds:schemaRefs>
</ds:datastoreItem>
</file>

<file path=customXml/itemProps2.xml><?xml version="1.0" encoding="utf-8"?>
<ds:datastoreItem xmlns:ds="http://schemas.openxmlformats.org/officeDocument/2006/customXml" ds:itemID="{34AFB648-572C-44B9-A43B-36A3B0D1709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D424891-C780-440E-B19F-B10736ACCB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6c8f12-083b-4f06-87e7-3810e4af16ee"/>
    <ds:schemaRef ds:uri="9f426b14-54e6-4c68-b27e-d8d7332981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9608</TotalTime>
  <Words>2393</Words>
  <Application>Microsoft Office PowerPoint</Application>
  <PresentationFormat>Widescreen</PresentationFormat>
  <Paragraphs>500</Paragraphs>
  <Slides>23</Slides>
  <Notes>0</Notes>
  <HiddenSlides>0</HiddenSlides>
  <MMClips>0</MMClips>
  <ScaleCrop>false</ScaleCrop>
  <HeadingPairs>
    <vt:vector size="4" baseType="variant">
      <vt:variant>
        <vt:lpstr>Theme</vt:lpstr>
      </vt:variant>
      <vt:variant>
        <vt:i4>3</vt:i4>
      </vt:variant>
      <vt:variant>
        <vt:lpstr>Slide Titles</vt:lpstr>
      </vt:variant>
      <vt:variant>
        <vt:i4>23</vt:i4>
      </vt:variant>
    </vt:vector>
  </HeadingPairs>
  <TitlesOfParts>
    <vt:vector size="26" baseType="lpstr">
      <vt:lpstr>Office Theme</vt:lpstr>
      <vt:lpstr>1_Custom Design</vt:lpstr>
      <vt:lpstr>Custom Design</vt:lpstr>
      <vt:lpstr>PowerPoint Presentation</vt:lpstr>
      <vt:lpstr>PowerPoint Presentation</vt:lpstr>
      <vt:lpstr>Retrospective and Upfront modules for customer level campaigns</vt:lpstr>
      <vt:lpstr>Main modules in methodology</vt:lpstr>
      <vt:lpstr>PowerPoint Presentation</vt:lpstr>
      <vt:lpstr>PowerPoint Presentation</vt:lpstr>
      <vt:lpstr>Outlier effect </vt:lpstr>
      <vt:lpstr>PowerPoint Presentation</vt:lpstr>
      <vt:lpstr>Clustering for Retrospective Module</vt:lpstr>
      <vt:lpstr>PowerPoint Presentation</vt:lpstr>
      <vt:lpstr>PowerPoint Presentation</vt:lpstr>
      <vt:lpstr>PowerPoint Presentation</vt:lpstr>
      <vt:lpstr>ANCOVA MODEL </vt:lpstr>
      <vt:lpstr>PowerPoint Presentation</vt:lpstr>
      <vt:lpstr>PowerPoint Presentation</vt:lpstr>
      <vt:lpstr>PowerPoint Presentation</vt:lpstr>
      <vt:lpstr>ANCOVA Model with Extra-covariates</vt:lpstr>
      <vt:lpstr>Effect of too many new-buyers on ANCOVA</vt:lpstr>
      <vt:lpstr>PowerPoint Presentation</vt:lpstr>
      <vt:lpstr>PowerPoint Presentation</vt:lpstr>
      <vt:lpstr>PowerPoint Presentation</vt:lpstr>
      <vt:lpstr>Why Robust Ancova?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Sonal Goel</dc:creator>
  <cp:lastModifiedBy>Himanshu Jain</cp:lastModifiedBy>
  <cp:revision>133</cp:revision>
  <dcterms:created xsi:type="dcterms:W3CDTF">2021-02-17T08:34:31Z</dcterms:created>
  <dcterms:modified xsi:type="dcterms:W3CDTF">2025-12-15T15:03:56Z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0x010100548E85B0E4E3264487D2C07A9842EE1C</vt:lpwstr>
  </property>
</Properties>
</file>